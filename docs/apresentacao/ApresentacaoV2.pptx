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7" r:id="rId6"/>
    <p:sldId id="290" r:id="rId7"/>
    <p:sldId id="291" r:id="rId8"/>
    <p:sldId id="293" r:id="rId9"/>
    <p:sldId id="286" r:id="rId10"/>
    <p:sldId id="294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E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7292A2E-F333-43FB-9621-5CBBE7FDCDCB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37" autoAdjust="0"/>
  </p:normalViewPr>
  <p:slideViewPr>
    <p:cSldViewPr snapToGrid="0">
      <p:cViewPr varScale="1">
        <p:scale>
          <a:sx n="80" d="100"/>
          <a:sy n="80" d="100"/>
        </p:scale>
        <p:origin x="366" y="10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645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4/11/2024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869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77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484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77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251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061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5542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192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3.sv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1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svg"/><Relationship Id="rId7" Type="http://schemas.openxmlformats.org/officeDocument/2006/relationships/image" Target="../media/image4.svg"/><Relationship Id="rId12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2.svg"/><Relationship Id="rId5" Type="http://schemas.openxmlformats.org/officeDocument/2006/relationships/image" Target="../media/image13.svg"/><Relationship Id="rId10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1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13.png"/><Relationship Id="rId4" Type="http://schemas.openxmlformats.org/officeDocument/2006/relationships/image" Target="../media/image2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15.sv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13.png"/><Relationship Id="rId4" Type="http://schemas.openxmlformats.org/officeDocument/2006/relationships/image" Target="../media/image2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3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A85C9D1-624C-8140-B372-73290075BB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84664" y="136525"/>
            <a:ext cx="5486400" cy="3373438"/>
          </a:xfrm>
        </p:spPr>
        <p:txBody>
          <a:bodyPr anchor="b">
            <a:noAutofit/>
          </a:bodyPr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80759" y="3509964"/>
            <a:ext cx="5486400" cy="666926"/>
          </a:xfrm>
        </p:spPr>
        <p:txBody>
          <a:bodyPr anchor="ctr" anchorCtr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08027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558F5BD-9752-DB52-E025-9382FC0E87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-9867" y="-1076"/>
            <a:ext cx="4187536" cy="6859076"/>
            <a:chOff x="-9867" y="-1076"/>
            <a:chExt cx="4187536" cy="6859076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4608" y="7487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49" y="136525"/>
            <a:ext cx="6400799" cy="2087879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CA33B9-D0BA-4ED1-B10C-9961E1B54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3949" y="2310817"/>
            <a:ext cx="6400800" cy="3657600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180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2" name="Date Placeholder 3">
            <a:extLst>
              <a:ext uri="{FF2B5EF4-FFF2-40B4-BE49-F238E27FC236}">
                <a16:creationId xmlns:a16="http://schemas.microsoft.com/office/drawing/2014/main" id="{5E4B9359-45F7-446D-8327-B1978DE8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13" name="Footer Placeholder 4">
            <a:extLst>
              <a:ext uri="{FF2B5EF4-FFF2-40B4-BE49-F238E27FC236}">
                <a16:creationId xmlns:a16="http://schemas.microsoft.com/office/drawing/2014/main" id="{A808BC2F-0D21-4E99-B8C6-DC1C7CD1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14" name="Slide Number Placeholder 5">
            <a:extLst>
              <a:ext uri="{FF2B5EF4-FFF2-40B4-BE49-F238E27FC236}">
                <a16:creationId xmlns:a16="http://schemas.microsoft.com/office/drawing/2014/main" id="{054CC8D5-17CB-435D-B227-465D3B8F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58" y="160959"/>
            <a:ext cx="7040880" cy="1651965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46EB74-3A91-4DAA-ACF3-FF090B2F7C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-193623" y="-983359"/>
            <a:ext cx="5242592" cy="7843456"/>
            <a:chOff x="-193623" y="-983359"/>
            <a:chExt cx="5242592" cy="7843456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8097646">
              <a:off x="1569916" y="-983359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5ED01E4-35BF-4165-86B2-E3BDFD91DE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3508190">
              <a:off x="141725" y="458228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7E6DD28-C71B-4484-973A-D12A2773000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 rot="18902533">
              <a:off x="1574706" y="1900474"/>
              <a:ext cx="2029968" cy="2029968"/>
            </a:xfrm>
            <a:prstGeom prst="rect">
              <a:avLst/>
            </a:prstGeom>
          </p:spPr>
        </p:pic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AB403917-256D-4254-A12F-F8BD19470C4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8900000">
              <a:off x="1580257" y="1923515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B06A536-5FCB-4761-9EFF-D54BE44B1FD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2708786">
              <a:off x="145529" y="3355869"/>
              <a:ext cx="2029968" cy="202996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B73C61F-3D48-4791-8280-D98D2C01E0C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 rot="13489227">
              <a:off x="3019001" y="3357927"/>
              <a:ext cx="2029968" cy="2029968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4213EEF-F759-4045-9F53-49C1B4ECED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 userDrawn="1"/>
          </p:nvGrpSpPr>
          <p:grpSpPr>
            <a:xfrm>
              <a:off x="1159403" y="5806395"/>
              <a:ext cx="2870810" cy="1000774"/>
              <a:chOff x="-13699" y="5839164"/>
              <a:chExt cx="2862790" cy="1000774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2EA4D38A-6ACD-4296-B454-E5BD7EAC7990}"/>
                  </a:ext>
                </a:extLst>
              </p:cNvPr>
              <p:cNvSpPr/>
              <p:nvPr userDrawn="1"/>
            </p:nvSpPr>
            <p:spPr>
              <a:xfrm>
                <a:off x="-13699" y="5839164"/>
                <a:ext cx="2862790" cy="28868"/>
              </a:xfrm>
              <a:custGeom>
                <a:avLst/>
                <a:gdLst>
                  <a:gd name="connsiteX0" fmla="*/ 0 w 2862790"/>
                  <a:gd name="connsiteY0" fmla="*/ 0 h 28868"/>
                  <a:gd name="connsiteX1" fmla="*/ 2862790 w 2862790"/>
                  <a:gd name="connsiteY1" fmla="*/ 0 h 28868"/>
                  <a:gd name="connsiteX2" fmla="*/ 2833921 w 2862790"/>
                  <a:gd name="connsiteY2" fmla="*/ 28868 h 28868"/>
                  <a:gd name="connsiteX3" fmla="*/ 28868 w 2862790"/>
                  <a:gd name="connsiteY3" fmla="*/ 28868 h 28868"/>
                  <a:gd name="connsiteX4" fmla="*/ 0 w 2862790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2790" h="28868">
                    <a:moveTo>
                      <a:pt x="0" y="0"/>
                    </a:moveTo>
                    <a:lnTo>
                      <a:pt x="2862790" y="0"/>
                    </a:lnTo>
                    <a:lnTo>
                      <a:pt x="2833921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4E32D04-F635-443B-B642-A509F0473CB5}"/>
                  </a:ext>
                </a:extLst>
              </p:cNvPr>
              <p:cNvSpPr/>
              <p:nvPr userDrawn="1"/>
            </p:nvSpPr>
            <p:spPr>
              <a:xfrm>
                <a:off x="47246" y="5900109"/>
                <a:ext cx="2740900" cy="28868"/>
              </a:xfrm>
              <a:custGeom>
                <a:avLst/>
                <a:gdLst>
                  <a:gd name="connsiteX0" fmla="*/ 0 w 2740900"/>
                  <a:gd name="connsiteY0" fmla="*/ 0 h 28868"/>
                  <a:gd name="connsiteX1" fmla="*/ 2740900 w 2740900"/>
                  <a:gd name="connsiteY1" fmla="*/ 0 h 28868"/>
                  <a:gd name="connsiteX2" fmla="*/ 2712032 w 2740900"/>
                  <a:gd name="connsiteY2" fmla="*/ 28868 h 28868"/>
                  <a:gd name="connsiteX3" fmla="*/ 28868 w 2740900"/>
                  <a:gd name="connsiteY3" fmla="*/ 28868 h 28868"/>
                  <a:gd name="connsiteX4" fmla="*/ 0 w 2740900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0900" h="28868">
                    <a:moveTo>
                      <a:pt x="0" y="0"/>
                    </a:moveTo>
                    <a:lnTo>
                      <a:pt x="2740900" y="0"/>
                    </a:lnTo>
                    <a:lnTo>
                      <a:pt x="2712032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95F7659-0C0B-4798-8392-E6B36B62DEA4}"/>
                  </a:ext>
                </a:extLst>
              </p:cNvPr>
              <p:cNvSpPr/>
              <p:nvPr userDrawn="1"/>
            </p:nvSpPr>
            <p:spPr>
              <a:xfrm>
                <a:off x="108992" y="5960251"/>
                <a:ext cx="2619012" cy="29671"/>
              </a:xfrm>
              <a:custGeom>
                <a:avLst/>
                <a:gdLst>
                  <a:gd name="connsiteX0" fmla="*/ 0 w 2619012"/>
                  <a:gd name="connsiteY0" fmla="*/ 0 h 29671"/>
                  <a:gd name="connsiteX1" fmla="*/ 2619012 w 2619012"/>
                  <a:gd name="connsiteY1" fmla="*/ 0 h 29671"/>
                  <a:gd name="connsiteX2" fmla="*/ 2590143 w 2619012"/>
                  <a:gd name="connsiteY2" fmla="*/ 28868 h 29671"/>
                  <a:gd name="connsiteX3" fmla="*/ 28067 w 2619012"/>
                  <a:gd name="connsiteY3" fmla="*/ 29671 h 29671"/>
                  <a:gd name="connsiteX4" fmla="*/ 28869 w 2619012"/>
                  <a:gd name="connsiteY4" fmla="*/ 28869 h 29671"/>
                  <a:gd name="connsiteX5" fmla="*/ 0 w 2619012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19012" h="29671">
                    <a:moveTo>
                      <a:pt x="0" y="0"/>
                    </a:moveTo>
                    <a:lnTo>
                      <a:pt x="2619012" y="0"/>
                    </a:lnTo>
                    <a:lnTo>
                      <a:pt x="2590143" y="28868"/>
                    </a:lnTo>
                    <a:lnTo>
                      <a:pt x="28067" y="29671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ABB69ABA-A9D2-4649-A1AB-E12AA2D2C8E7}"/>
                  </a:ext>
                </a:extLst>
              </p:cNvPr>
              <p:cNvSpPr/>
              <p:nvPr userDrawn="1"/>
            </p:nvSpPr>
            <p:spPr>
              <a:xfrm>
                <a:off x="169937" y="6021196"/>
                <a:ext cx="2497122" cy="29670"/>
              </a:xfrm>
              <a:custGeom>
                <a:avLst/>
                <a:gdLst>
                  <a:gd name="connsiteX0" fmla="*/ 0 w 2497122"/>
                  <a:gd name="connsiteY0" fmla="*/ 0 h 29670"/>
                  <a:gd name="connsiteX1" fmla="*/ 2497122 w 2497122"/>
                  <a:gd name="connsiteY1" fmla="*/ 0 h 29670"/>
                  <a:gd name="connsiteX2" fmla="*/ 2468254 w 2497122"/>
                  <a:gd name="connsiteY2" fmla="*/ 28868 h 29670"/>
                  <a:gd name="connsiteX3" fmla="*/ 28066 w 2497122"/>
                  <a:gd name="connsiteY3" fmla="*/ 29670 h 29670"/>
                  <a:gd name="connsiteX4" fmla="*/ 28868 w 2497122"/>
                  <a:gd name="connsiteY4" fmla="*/ 28868 h 29670"/>
                  <a:gd name="connsiteX5" fmla="*/ 0 w 2497122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97122" h="29670">
                    <a:moveTo>
                      <a:pt x="0" y="0"/>
                    </a:moveTo>
                    <a:lnTo>
                      <a:pt x="2497122" y="0"/>
                    </a:lnTo>
                    <a:lnTo>
                      <a:pt x="2468254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B88CE23-E34F-470C-8C56-46C08322365F}"/>
                  </a:ext>
                </a:extLst>
              </p:cNvPr>
              <p:cNvSpPr/>
              <p:nvPr userDrawn="1"/>
            </p:nvSpPr>
            <p:spPr>
              <a:xfrm>
                <a:off x="229279" y="6082140"/>
                <a:ext cx="2376837" cy="28869"/>
              </a:xfrm>
              <a:custGeom>
                <a:avLst/>
                <a:gdLst>
                  <a:gd name="connsiteX0" fmla="*/ 0 w 2376837"/>
                  <a:gd name="connsiteY0" fmla="*/ 0 h 28869"/>
                  <a:gd name="connsiteX1" fmla="*/ 2376837 w 2376837"/>
                  <a:gd name="connsiteY1" fmla="*/ 0 h 28869"/>
                  <a:gd name="connsiteX2" fmla="*/ 2347968 w 2376837"/>
                  <a:gd name="connsiteY2" fmla="*/ 28868 h 28869"/>
                  <a:gd name="connsiteX3" fmla="*/ 28868 w 2376837"/>
                  <a:gd name="connsiteY3" fmla="*/ 28869 h 28869"/>
                  <a:gd name="connsiteX4" fmla="*/ 0 w 2376837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6837" h="28869">
                    <a:moveTo>
                      <a:pt x="0" y="0"/>
                    </a:moveTo>
                    <a:lnTo>
                      <a:pt x="2376837" y="0"/>
                    </a:lnTo>
                    <a:lnTo>
                      <a:pt x="2347968" y="28868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5BCEDE2-961E-42E0-AF9C-3D070C974007}"/>
                  </a:ext>
                </a:extLst>
              </p:cNvPr>
              <p:cNvSpPr/>
              <p:nvPr userDrawn="1"/>
            </p:nvSpPr>
            <p:spPr>
              <a:xfrm>
                <a:off x="290222" y="6143085"/>
                <a:ext cx="2254948" cy="28868"/>
              </a:xfrm>
              <a:custGeom>
                <a:avLst/>
                <a:gdLst>
                  <a:gd name="connsiteX0" fmla="*/ 0 w 2254948"/>
                  <a:gd name="connsiteY0" fmla="*/ 0 h 28868"/>
                  <a:gd name="connsiteX1" fmla="*/ 2254948 w 2254948"/>
                  <a:gd name="connsiteY1" fmla="*/ 0 h 28868"/>
                  <a:gd name="connsiteX2" fmla="*/ 2226080 w 2254948"/>
                  <a:gd name="connsiteY2" fmla="*/ 28868 h 28868"/>
                  <a:gd name="connsiteX3" fmla="*/ 28868 w 2254948"/>
                  <a:gd name="connsiteY3" fmla="*/ 28868 h 28868"/>
                  <a:gd name="connsiteX4" fmla="*/ 0 w 2254948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54948" h="28868">
                    <a:moveTo>
                      <a:pt x="0" y="0"/>
                    </a:moveTo>
                    <a:lnTo>
                      <a:pt x="2254948" y="0"/>
                    </a:lnTo>
                    <a:lnTo>
                      <a:pt x="2226080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B930397-7A2A-4C50-9EC9-7E3107D065D2}"/>
                  </a:ext>
                </a:extLst>
              </p:cNvPr>
              <p:cNvSpPr/>
              <p:nvPr userDrawn="1"/>
            </p:nvSpPr>
            <p:spPr>
              <a:xfrm>
                <a:off x="351970" y="6203227"/>
                <a:ext cx="2133059" cy="29671"/>
              </a:xfrm>
              <a:custGeom>
                <a:avLst/>
                <a:gdLst>
                  <a:gd name="connsiteX0" fmla="*/ 2133059 w 2133059"/>
                  <a:gd name="connsiteY0" fmla="*/ 0 h 29671"/>
                  <a:gd name="connsiteX1" fmla="*/ 2104190 w 2133059"/>
                  <a:gd name="connsiteY1" fmla="*/ 28869 h 29671"/>
                  <a:gd name="connsiteX2" fmla="*/ 28066 w 2133059"/>
                  <a:gd name="connsiteY2" fmla="*/ 29671 h 29671"/>
                  <a:gd name="connsiteX3" fmla="*/ 28868 w 2133059"/>
                  <a:gd name="connsiteY3" fmla="*/ 28869 h 29671"/>
                  <a:gd name="connsiteX4" fmla="*/ 0 w 2133059"/>
                  <a:gd name="connsiteY4" fmla="*/ 1 h 29671"/>
                  <a:gd name="connsiteX5" fmla="*/ 2133059 w 2133059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33059" h="29671">
                    <a:moveTo>
                      <a:pt x="2133059" y="0"/>
                    </a:moveTo>
                    <a:lnTo>
                      <a:pt x="2104190" y="28869"/>
                    </a:lnTo>
                    <a:lnTo>
                      <a:pt x="28066" y="29671"/>
                    </a:lnTo>
                    <a:lnTo>
                      <a:pt x="28868" y="28869"/>
                    </a:lnTo>
                    <a:lnTo>
                      <a:pt x="0" y="1"/>
                    </a:lnTo>
                    <a:lnTo>
                      <a:pt x="21330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CA98174-D81B-4241-92F9-D0D2028FFEA9}"/>
                  </a:ext>
                </a:extLst>
              </p:cNvPr>
              <p:cNvSpPr/>
              <p:nvPr userDrawn="1"/>
            </p:nvSpPr>
            <p:spPr>
              <a:xfrm>
                <a:off x="411310" y="6264172"/>
                <a:ext cx="2012774" cy="28868"/>
              </a:xfrm>
              <a:custGeom>
                <a:avLst/>
                <a:gdLst>
                  <a:gd name="connsiteX0" fmla="*/ 0 w 2012774"/>
                  <a:gd name="connsiteY0" fmla="*/ 0 h 28868"/>
                  <a:gd name="connsiteX1" fmla="*/ 2012774 w 2012774"/>
                  <a:gd name="connsiteY1" fmla="*/ 0 h 28868"/>
                  <a:gd name="connsiteX2" fmla="*/ 1983905 w 2012774"/>
                  <a:gd name="connsiteY2" fmla="*/ 28868 h 28868"/>
                  <a:gd name="connsiteX3" fmla="*/ 28868 w 2012774"/>
                  <a:gd name="connsiteY3" fmla="*/ 28868 h 28868"/>
                  <a:gd name="connsiteX4" fmla="*/ 0 w 2012774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2774" h="28868">
                    <a:moveTo>
                      <a:pt x="0" y="0"/>
                    </a:moveTo>
                    <a:lnTo>
                      <a:pt x="2012774" y="0"/>
                    </a:lnTo>
                    <a:lnTo>
                      <a:pt x="1983905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E4CE4FB8-5E60-4288-B2FA-CF9316ED449F}"/>
                  </a:ext>
                </a:extLst>
              </p:cNvPr>
              <p:cNvSpPr/>
              <p:nvPr userDrawn="1"/>
            </p:nvSpPr>
            <p:spPr>
              <a:xfrm>
                <a:off x="472255" y="6325117"/>
                <a:ext cx="1890884" cy="28868"/>
              </a:xfrm>
              <a:custGeom>
                <a:avLst/>
                <a:gdLst>
                  <a:gd name="connsiteX0" fmla="*/ 0 w 1890884"/>
                  <a:gd name="connsiteY0" fmla="*/ 0 h 28868"/>
                  <a:gd name="connsiteX1" fmla="*/ 1890884 w 1890884"/>
                  <a:gd name="connsiteY1" fmla="*/ 0 h 28868"/>
                  <a:gd name="connsiteX2" fmla="*/ 1862016 w 1890884"/>
                  <a:gd name="connsiteY2" fmla="*/ 28868 h 28868"/>
                  <a:gd name="connsiteX3" fmla="*/ 28868 w 1890884"/>
                  <a:gd name="connsiteY3" fmla="*/ 28868 h 28868"/>
                  <a:gd name="connsiteX4" fmla="*/ 0 w 1890884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0884" h="28868">
                    <a:moveTo>
                      <a:pt x="0" y="0"/>
                    </a:moveTo>
                    <a:lnTo>
                      <a:pt x="1890884" y="0"/>
                    </a:lnTo>
                    <a:lnTo>
                      <a:pt x="1862016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F69FE5C-0AF0-42F6-A721-9E2244C967AA}"/>
                  </a:ext>
                </a:extLst>
              </p:cNvPr>
              <p:cNvSpPr/>
              <p:nvPr userDrawn="1"/>
            </p:nvSpPr>
            <p:spPr>
              <a:xfrm>
                <a:off x="533199" y="6386061"/>
                <a:ext cx="1768996" cy="28869"/>
              </a:xfrm>
              <a:custGeom>
                <a:avLst/>
                <a:gdLst>
                  <a:gd name="connsiteX0" fmla="*/ 0 w 1768996"/>
                  <a:gd name="connsiteY0" fmla="*/ 0 h 28869"/>
                  <a:gd name="connsiteX1" fmla="*/ 1768996 w 1768996"/>
                  <a:gd name="connsiteY1" fmla="*/ 0 h 28869"/>
                  <a:gd name="connsiteX2" fmla="*/ 1740128 w 1768996"/>
                  <a:gd name="connsiteY2" fmla="*/ 28868 h 28869"/>
                  <a:gd name="connsiteX3" fmla="*/ 28869 w 1768996"/>
                  <a:gd name="connsiteY3" fmla="*/ 28869 h 28869"/>
                  <a:gd name="connsiteX4" fmla="*/ 0 w 1768996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68996" h="28869">
                    <a:moveTo>
                      <a:pt x="0" y="0"/>
                    </a:moveTo>
                    <a:lnTo>
                      <a:pt x="1768996" y="0"/>
                    </a:lnTo>
                    <a:lnTo>
                      <a:pt x="1740128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8311083-D41B-4770-B6A9-AFA83AAF2885}"/>
                  </a:ext>
                </a:extLst>
              </p:cNvPr>
              <p:cNvSpPr/>
              <p:nvPr userDrawn="1"/>
            </p:nvSpPr>
            <p:spPr>
              <a:xfrm>
                <a:off x="594946" y="6446204"/>
                <a:ext cx="1647106" cy="29670"/>
              </a:xfrm>
              <a:custGeom>
                <a:avLst/>
                <a:gdLst>
                  <a:gd name="connsiteX0" fmla="*/ 0 w 1647106"/>
                  <a:gd name="connsiteY0" fmla="*/ 0 h 29670"/>
                  <a:gd name="connsiteX1" fmla="*/ 1647106 w 1647106"/>
                  <a:gd name="connsiteY1" fmla="*/ 0 h 29670"/>
                  <a:gd name="connsiteX2" fmla="*/ 1618238 w 1647106"/>
                  <a:gd name="connsiteY2" fmla="*/ 28868 h 29670"/>
                  <a:gd name="connsiteX3" fmla="*/ 28066 w 1647106"/>
                  <a:gd name="connsiteY3" fmla="*/ 29670 h 29670"/>
                  <a:gd name="connsiteX4" fmla="*/ 28868 w 1647106"/>
                  <a:gd name="connsiteY4" fmla="*/ 28868 h 29670"/>
                  <a:gd name="connsiteX5" fmla="*/ 0 w 1647106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7106" h="29670">
                    <a:moveTo>
                      <a:pt x="0" y="0"/>
                    </a:moveTo>
                    <a:lnTo>
                      <a:pt x="1647106" y="0"/>
                    </a:lnTo>
                    <a:lnTo>
                      <a:pt x="1618238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30A62EE-9416-445D-B0B2-018F008614B8}"/>
                  </a:ext>
                </a:extLst>
              </p:cNvPr>
              <p:cNvSpPr/>
              <p:nvPr userDrawn="1"/>
            </p:nvSpPr>
            <p:spPr>
              <a:xfrm>
                <a:off x="654287" y="6507148"/>
                <a:ext cx="1526821" cy="28869"/>
              </a:xfrm>
              <a:custGeom>
                <a:avLst/>
                <a:gdLst>
                  <a:gd name="connsiteX0" fmla="*/ 0 w 1526821"/>
                  <a:gd name="connsiteY0" fmla="*/ 0 h 28869"/>
                  <a:gd name="connsiteX1" fmla="*/ 1526821 w 1526821"/>
                  <a:gd name="connsiteY1" fmla="*/ 0 h 28869"/>
                  <a:gd name="connsiteX2" fmla="*/ 1497952 w 1526821"/>
                  <a:gd name="connsiteY2" fmla="*/ 28868 h 28869"/>
                  <a:gd name="connsiteX3" fmla="*/ 28868 w 1526821"/>
                  <a:gd name="connsiteY3" fmla="*/ 28869 h 28869"/>
                  <a:gd name="connsiteX4" fmla="*/ 0 w 1526821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6821" h="28869">
                    <a:moveTo>
                      <a:pt x="0" y="0"/>
                    </a:moveTo>
                    <a:lnTo>
                      <a:pt x="1526821" y="0"/>
                    </a:lnTo>
                    <a:lnTo>
                      <a:pt x="1497952" y="28868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A92E211-EBEF-4E62-97FD-46ECC42436DF}"/>
                  </a:ext>
                </a:extLst>
              </p:cNvPr>
              <p:cNvSpPr/>
              <p:nvPr userDrawn="1"/>
            </p:nvSpPr>
            <p:spPr>
              <a:xfrm>
                <a:off x="715231" y="6568093"/>
                <a:ext cx="1404932" cy="28868"/>
              </a:xfrm>
              <a:custGeom>
                <a:avLst/>
                <a:gdLst>
                  <a:gd name="connsiteX0" fmla="*/ 0 w 1404932"/>
                  <a:gd name="connsiteY0" fmla="*/ 0 h 28868"/>
                  <a:gd name="connsiteX1" fmla="*/ 1404932 w 1404932"/>
                  <a:gd name="connsiteY1" fmla="*/ 0 h 28868"/>
                  <a:gd name="connsiteX2" fmla="*/ 1376064 w 1404932"/>
                  <a:gd name="connsiteY2" fmla="*/ 28868 h 28868"/>
                  <a:gd name="connsiteX3" fmla="*/ 28868 w 1404932"/>
                  <a:gd name="connsiteY3" fmla="*/ 28868 h 28868"/>
                  <a:gd name="connsiteX4" fmla="*/ 0 w 1404932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4932" h="28868">
                    <a:moveTo>
                      <a:pt x="0" y="0"/>
                    </a:moveTo>
                    <a:lnTo>
                      <a:pt x="1404932" y="0"/>
                    </a:lnTo>
                    <a:lnTo>
                      <a:pt x="1376064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C8A63A1-564C-478A-B490-96E1C76014CC}"/>
                  </a:ext>
                </a:extLst>
              </p:cNvPr>
              <p:cNvSpPr/>
              <p:nvPr userDrawn="1"/>
            </p:nvSpPr>
            <p:spPr>
              <a:xfrm>
                <a:off x="776977" y="6628235"/>
                <a:ext cx="1283044" cy="29671"/>
              </a:xfrm>
              <a:custGeom>
                <a:avLst/>
                <a:gdLst>
                  <a:gd name="connsiteX0" fmla="*/ 1283044 w 1283044"/>
                  <a:gd name="connsiteY0" fmla="*/ 0 h 29671"/>
                  <a:gd name="connsiteX1" fmla="*/ 1254175 w 1283044"/>
                  <a:gd name="connsiteY1" fmla="*/ 28869 h 29671"/>
                  <a:gd name="connsiteX2" fmla="*/ 28067 w 1283044"/>
                  <a:gd name="connsiteY2" fmla="*/ 29671 h 29671"/>
                  <a:gd name="connsiteX3" fmla="*/ 28869 w 1283044"/>
                  <a:gd name="connsiteY3" fmla="*/ 28869 h 29671"/>
                  <a:gd name="connsiteX4" fmla="*/ 0 w 1283044"/>
                  <a:gd name="connsiteY4" fmla="*/ 1 h 29671"/>
                  <a:gd name="connsiteX5" fmla="*/ 1283044 w 1283044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3044" h="29671">
                    <a:moveTo>
                      <a:pt x="1283044" y="0"/>
                    </a:moveTo>
                    <a:lnTo>
                      <a:pt x="1254175" y="28869"/>
                    </a:lnTo>
                    <a:lnTo>
                      <a:pt x="28067" y="29671"/>
                    </a:lnTo>
                    <a:lnTo>
                      <a:pt x="28869" y="28869"/>
                    </a:lnTo>
                    <a:lnTo>
                      <a:pt x="0" y="1"/>
                    </a:lnTo>
                    <a:lnTo>
                      <a:pt x="12830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162FC41-462F-4E99-AACA-F5B9C804FB14}"/>
                  </a:ext>
                </a:extLst>
              </p:cNvPr>
              <p:cNvSpPr/>
              <p:nvPr userDrawn="1"/>
            </p:nvSpPr>
            <p:spPr>
              <a:xfrm>
                <a:off x="837922" y="6689180"/>
                <a:ext cx="1161154" cy="29670"/>
              </a:xfrm>
              <a:custGeom>
                <a:avLst/>
                <a:gdLst>
                  <a:gd name="connsiteX0" fmla="*/ 0 w 1161154"/>
                  <a:gd name="connsiteY0" fmla="*/ 0 h 29670"/>
                  <a:gd name="connsiteX1" fmla="*/ 1161154 w 1161154"/>
                  <a:gd name="connsiteY1" fmla="*/ 0 h 29670"/>
                  <a:gd name="connsiteX2" fmla="*/ 1132285 w 1161154"/>
                  <a:gd name="connsiteY2" fmla="*/ 28868 h 29670"/>
                  <a:gd name="connsiteX3" fmla="*/ 28066 w 1161154"/>
                  <a:gd name="connsiteY3" fmla="*/ 29670 h 29670"/>
                  <a:gd name="connsiteX4" fmla="*/ 28868 w 1161154"/>
                  <a:gd name="connsiteY4" fmla="*/ 28868 h 29670"/>
                  <a:gd name="connsiteX5" fmla="*/ 0 w 1161154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1154" h="29670">
                    <a:moveTo>
                      <a:pt x="0" y="0"/>
                    </a:moveTo>
                    <a:lnTo>
                      <a:pt x="1161154" y="0"/>
                    </a:lnTo>
                    <a:lnTo>
                      <a:pt x="1132285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1F9B61AC-B03D-4064-9DE6-9818F53F333C}"/>
                  </a:ext>
                </a:extLst>
              </p:cNvPr>
              <p:cNvSpPr/>
              <p:nvPr userDrawn="1"/>
            </p:nvSpPr>
            <p:spPr>
              <a:xfrm>
                <a:off x="897263" y="6750124"/>
                <a:ext cx="1040868" cy="28869"/>
              </a:xfrm>
              <a:custGeom>
                <a:avLst/>
                <a:gdLst>
                  <a:gd name="connsiteX0" fmla="*/ 0 w 1040868"/>
                  <a:gd name="connsiteY0" fmla="*/ 0 h 28869"/>
                  <a:gd name="connsiteX1" fmla="*/ 1040868 w 1040868"/>
                  <a:gd name="connsiteY1" fmla="*/ 0 h 28869"/>
                  <a:gd name="connsiteX2" fmla="*/ 1012000 w 1040868"/>
                  <a:gd name="connsiteY2" fmla="*/ 28869 h 28869"/>
                  <a:gd name="connsiteX3" fmla="*/ 28868 w 1040868"/>
                  <a:gd name="connsiteY3" fmla="*/ 28869 h 28869"/>
                  <a:gd name="connsiteX4" fmla="*/ 0 w 1040868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0868" h="28869">
                    <a:moveTo>
                      <a:pt x="0" y="0"/>
                    </a:moveTo>
                    <a:lnTo>
                      <a:pt x="1040868" y="0"/>
                    </a:lnTo>
                    <a:lnTo>
                      <a:pt x="1012000" y="28869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104BA00-790F-438D-AC93-117E23CF2099}"/>
                  </a:ext>
                </a:extLst>
              </p:cNvPr>
              <p:cNvSpPr/>
              <p:nvPr userDrawn="1"/>
            </p:nvSpPr>
            <p:spPr>
              <a:xfrm>
                <a:off x="958207" y="6811069"/>
                <a:ext cx="918980" cy="28869"/>
              </a:xfrm>
              <a:custGeom>
                <a:avLst/>
                <a:gdLst>
                  <a:gd name="connsiteX0" fmla="*/ 0 w 918980"/>
                  <a:gd name="connsiteY0" fmla="*/ 0 h 28869"/>
                  <a:gd name="connsiteX1" fmla="*/ 918980 w 918980"/>
                  <a:gd name="connsiteY1" fmla="*/ 0 h 28869"/>
                  <a:gd name="connsiteX2" fmla="*/ 890112 w 918980"/>
                  <a:gd name="connsiteY2" fmla="*/ 28868 h 28869"/>
                  <a:gd name="connsiteX3" fmla="*/ 28869 w 918980"/>
                  <a:gd name="connsiteY3" fmla="*/ 28869 h 28869"/>
                  <a:gd name="connsiteX4" fmla="*/ 0 w 918980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8980" h="28869">
                    <a:moveTo>
                      <a:pt x="0" y="0"/>
                    </a:moveTo>
                    <a:lnTo>
                      <a:pt x="918980" y="0"/>
                    </a:lnTo>
                    <a:lnTo>
                      <a:pt x="890112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88A3CD7-1915-41CF-9FB5-E6FEDCA8F1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2960473" y="5801762"/>
              <a:ext cx="1075475" cy="1058335"/>
            </a:xfrm>
            <a:custGeom>
              <a:avLst/>
              <a:gdLst>
                <a:gd name="connsiteX0" fmla="*/ 1062720 w 1062720"/>
                <a:gd name="connsiteY0" fmla="*/ 0 h 1062720"/>
                <a:gd name="connsiteX1" fmla="*/ 1062720 w 1062720"/>
                <a:gd name="connsiteY1" fmla="*/ 1062720 h 1062720"/>
                <a:gd name="connsiteX2" fmla="*/ 0 w 1062720"/>
                <a:gd name="connsiteY2" fmla="*/ 1062720 h 1062720"/>
                <a:gd name="connsiteX3" fmla="*/ 1062720 w 1062720"/>
                <a:gd name="connsiteY3" fmla="*/ 0 h 106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2720" h="1062720">
                  <a:moveTo>
                    <a:pt x="1062720" y="0"/>
                  </a:moveTo>
                  <a:lnTo>
                    <a:pt x="1062720" y="1062720"/>
                  </a:lnTo>
                  <a:lnTo>
                    <a:pt x="0" y="1062720"/>
                  </a:lnTo>
                  <a:lnTo>
                    <a:pt x="10627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591DEB5-C98C-4EF8-AA57-B8F45C484FF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-7601" y="2930958"/>
              <a:ext cx="1128311" cy="2870805"/>
            </a:xfrm>
            <a:custGeom>
              <a:avLst/>
              <a:gdLst>
                <a:gd name="connsiteX0" fmla="*/ 1128311 w 1128311"/>
                <a:gd name="connsiteY0" fmla="*/ 0 h 2870805"/>
                <a:gd name="connsiteX1" fmla="*/ 1123909 w 1128311"/>
                <a:gd name="connsiteY1" fmla="*/ 2870805 h 2870805"/>
                <a:gd name="connsiteX2" fmla="*/ 0 w 1128311"/>
                <a:gd name="connsiteY2" fmla="*/ 1743443 h 2870805"/>
                <a:gd name="connsiteX3" fmla="*/ 0 w 1128311"/>
                <a:gd name="connsiteY3" fmla="*/ 1124856 h 2870805"/>
                <a:gd name="connsiteX4" fmla="*/ 1128311 w 1128311"/>
                <a:gd name="connsiteY4" fmla="*/ 0 h 2870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311" h="2870805">
                  <a:moveTo>
                    <a:pt x="1128311" y="0"/>
                  </a:moveTo>
                  <a:lnTo>
                    <a:pt x="1123909" y="2870805"/>
                  </a:lnTo>
                  <a:lnTo>
                    <a:pt x="0" y="1743443"/>
                  </a:lnTo>
                  <a:lnTo>
                    <a:pt x="0" y="1124856"/>
                  </a:lnTo>
                  <a:lnTo>
                    <a:pt x="11283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FFCF0CF-3167-4E3E-BD4A-236ACC247E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126341" y="458327"/>
              <a:ext cx="2024298" cy="2024298"/>
            </a:xfrm>
            <a:custGeom>
              <a:avLst/>
              <a:gdLst>
                <a:gd name="connsiteX0" fmla="*/ 2024298 w 2024298"/>
                <a:gd name="connsiteY0" fmla="*/ 2024298 h 2024298"/>
                <a:gd name="connsiteX1" fmla="*/ 0 w 2024298"/>
                <a:gd name="connsiteY1" fmla="*/ 0 h 2024298"/>
                <a:gd name="connsiteX2" fmla="*/ 40826 w 2024298"/>
                <a:gd name="connsiteY2" fmla="*/ 0 h 2024298"/>
                <a:gd name="connsiteX3" fmla="*/ 2024298 w 2024298"/>
                <a:gd name="connsiteY3" fmla="*/ 1983472 h 2024298"/>
                <a:gd name="connsiteX4" fmla="*/ 2024298 w 2024298"/>
                <a:gd name="connsiteY4" fmla="*/ 2024298 h 2024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298" h="2024298">
                  <a:moveTo>
                    <a:pt x="2024298" y="2024298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2024298" y="1983472"/>
                  </a:lnTo>
                  <a:lnTo>
                    <a:pt x="2024298" y="202429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B47A61A-6E4C-49A5-A2E8-2410A107CC2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108491" y="501416"/>
              <a:ext cx="1938109" cy="1938109"/>
            </a:xfrm>
            <a:custGeom>
              <a:avLst/>
              <a:gdLst>
                <a:gd name="connsiteX0" fmla="*/ 1938109 w 1938109"/>
                <a:gd name="connsiteY0" fmla="*/ 1938109 h 1938109"/>
                <a:gd name="connsiteX1" fmla="*/ 0 w 1938109"/>
                <a:gd name="connsiteY1" fmla="*/ 0 h 1938109"/>
                <a:gd name="connsiteX2" fmla="*/ 40826 w 1938109"/>
                <a:gd name="connsiteY2" fmla="*/ 0 h 1938109"/>
                <a:gd name="connsiteX3" fmla="*/ 1938109 w 1938109"/>
                <a:gd name="connsiteY3" fmla="*/ 1897283 h 1938109"/>
                <a:gd name="connsiteX4" fmla="*/ 1938109 w 1938109"/>
                <a:gd name="connsiteY4" fmla="*/ 1938109 h 193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8109" h="1938109">
                  <a:moveTo>
                    <a:pt x="1938109" y="1938109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938109" y="1897283"/>
                  </a:lnTo>
                  <a:lnTo>
                    <a:pt x="1938109" y="193810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C8CDBA7-BF04-4719-8D66-513A71ECCAF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90475" y="544906"/>
              <a:ext cx="1853055" cy="1851921"/>
            </a:xfrm>
            <a:custGeom>
              <a:avLst/>
              <a:gdLst>
                <a:gd name="connsiteX0" fmla="*/ 1851921 w 1853055"/>
                <a:gd name="connsiteY0" fmla="*/ 1851921 h 1851921"/>
                <a:gd name="connsiteX1" fmla="*/ 0 w 1853055"/>
                <a:gd name="connsiteY1" fmla="*/ 0 h 1851921"/>
                <a:gd name="connsiteX2" fmla="*/ 40826 w 1853055"/>
                <a:gd name="connsiteY2" fmla="*/ 0 h 1851921"/>
                <a:gd name="connsiteX3" fmla="*/ 1853055 w 1853055"/>
                <a:gd name="connsiteY3" fmla="*/ 1811094 h 1851921"/>
                <a:gd name="connsiteX4" fmla="*/ 1851920 w 1853055"/>
                <a:gd name="connsiteY4" fmla="*/ 1811094 h 1851921"/>
                <a:gd name="connsiteX5" fmla="*/ 1851921 w 1853055"/>
                <a:gd name="connsiteY5" fmla="*/ 1851921 h 1851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3055" h="1851921">
                  <a:moveTo>
                    <a:pt x="1851921" y="1851921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853055" y="1811094"/>
                  </a:lnTo>
                  <a:lnTo>
                    <a:pt x="1851920" y="1811094"/>
                  </a:lnTo>
                  <a:lnTo>
                    <a:pt x="1851921" y="1851921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9CDC826-71AB-4245-AC5F-8DC9DB2BBCE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72624" y="587994"/>
              <a:ext cx="1766866" cy="1765732"/>
            </a:xfrm>
            <a:custGeom>
              <a:avLst/>
              <a:gdLst>
                <a:gd name="connsiteX0" fmla="*/ 1765732 w 1766866"/>
                <a:gd name="connsiteY0" fmla="*/ 1765732 h 1765732"/>
                <a:gd name="connsiteX1" fmla="*/ 0 w 1766866"/>
                <a:gd name="connsiteY1" fmla="*/ 0 h 1765732"/>
                <a:gd name="connsiteX2" fmla="*/ 40826 w 1766866"/>
                <a:gd name="connsiteY2" fmla="*/ 0 h 1765732"/>
                <a:gd name="connsiteX3" fmla="*/ 1766866 w 1766866"/>
                <a:gd name="connsiteY3" fmla="*/ 1724906 h 1765732"/>
                <a:gd name="connsiteX4" fmla="*/ 1765731 w 1766866"/>
                <a:gd name="connsiteY4" fmla="*/ 1724906 h 1765732"/>
                <a:gd name="connsiteX5" fmla="*/ 1765732 w 1766866"/>
                <a:gd name="connsiteY5" fmla="*/ 1765732 h 176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6866" h="1765732">
                  <a:moveTo>
                    <a:pt x="1765732" y="1765732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766866" y="1724906"/>
                  </a:lnTo>
                  <a:lnTo>
                    <a:pt x="1765731" y="1724906"/>
                  </a:lnTo>
                  <a:lnTo>
                    <a:pt x="1765732" y="1765732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DE1670F-43B8-4EA8-878C-AC3FF1921E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55175" y="630117"/>
              <a:ext cx="1680678" cy="1680677"/>
            </a:xfrm>
            <a:custGeom>
              <a:avLst/>
              <a:gdLst>
                <a:gd name="connsiteX0" fmla="*/ 1680678 w 1680678"/>
                <a:gd name="connsiteY0" fmla="*/ 1680677 h 1680677"/>
                <a:gd name="connsiteX1" fmla="*/ 0 w 1680678"/>
                <a:gd name="connsiteY1" fmla="*/ 0 h 1680677"/>
                <a:gd name="connsiteX2" fmla="*/ 40826 w 1680678"/>
                <a:gd name="connsiteY2" fmla="*/ 0 h 1680677"/>
                <a:gd name="connsiteX3" fmla="*/ 1680678 w 1680678"/>
                <a:gd name="connsiteY3" fmla="*/ 1639851 h 1680677"/>
                <a:gd name="connsiteX4" fmla="*/ 1680678 w 1680678"/>
                <a:gd name="connsiteY4" fmla="*/ 1680677 h 168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0678" h="1680677">
                  <a:moveTo>
                    <a:pt x="1680678" y="168067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680678" y="1639851"/>
                  </a:lnTo>
                  <a:lnTo>
                    <a:pt x="1680678" y="168067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AE780ED-EF51-4AD7-A73F-01E563D0E8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37325" y="673206"/>
              <a:ext cx="1594489" cy="1594489"/>
            </a:xfrm>
            <a:custGeom>
              <a:avLst/>
              <a:gdLst>
                <a:gd name="connsiteX0" fmla="*/ 1594489 w 1594489"/>
                <a:gd name="connsiteY0" fmla="*/ 1594489 h 1594489"/>
                <a:gd name="connsiteX1" fmla="*/ 0 w 1594489"/>
                <a:gd name="connsiteY1" fmla="*/ 0 h 1594489"/>
                <a:gd name="connsiteX2" fmla="*/ 40826 w 1594489"/>
                <a:gd name="connsiteY2" fmla="*/ 0 h 1594489"/>
                <a:gd name="connsiteX3" fmla="*/ 1594489 w 1594489"/>
                <a:gd name="connsiteY3" fmla="*/ 1553663 h 1594489"/>
                <a:gd name="connsiteX4" fmla="*/ 1594489 w 1594489"/>
                <a:gd name="connsiteY4" fmla="*/ 1594489 h 159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89" h="1594489">
                  <a:moveTo>
                    <a:pt x="1594489" y="1594489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594489" y="1553663"/>
                  </a:lnTo>
                  <a:lnTo>
                    <a:pt x="1594489" y="159448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E269AE3-65CE-4B86-B8B1-41378369503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19309" y="716696"/>
              <a:ext cx="1509435" cy="1508300"/>
            </a:xfrm>
            <a:custGeom>
              <a:avLst/>
              <a:gdLst>
                <a:gd name="connsiteX0" fmla="*/ 1508301 w 1509435"/>
                <a:gd name="connsiteY0" fmla="*/ 1508300 h 1508300"/>
                <a:gd name="connsiteX1" fmla="*/ 0 w 1509435"/>
                <a:gd name="connsiteY1" fmla="*/ 0 h 1508300"/>
                <a:gd name="connsiteX2" fmla="*/ 40826 w 1509435"/>
                <a:gd name="connsiteY2" fmla="*/ 0 h 1508300"/>
                <a:gd name="connsiteX3" fmla="*/ 1509435 w 1509435"/>
                <a:gd name="connsiteY3" fmla="*/ 1467474 h 1508300"/>
                <a:gd name="connsiteX4" fmla="*/ 1508301 w 1509435"/>
                <a:gd name="connsiteY4" fmla="*/ 1467474 h 1508300"/>
                <a:gd name="connsiteX5" fmla="*/ 1508301 w 1509435"/>
                <a:gd name="connsiteY5" fmla="*/ 1508300 h 150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9435" h="1508300">
                  <a:moveTo>
                    <a:pt x="1508301" y="1508300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509435" y="1467474"/>
                  </a:lnTo>
                  <a:lnTo>
                    <a:pt x="1508301" y="1467474"/>
                  </a:lnTo>
                  <a:lnTo>
                    <a:pt x="1508301" y="150830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C35E0649-74BB-4271-BE7D-1F2ED09475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1859" y="758817"/>
              <a:ext cx="1423246" cy="1423247"/>
            </a:xfrm>
            <a:custGeom>
              <a:avLst/>
              <a:gdLst>
                <a:gd name="connsiteX0" fmla="*/ 1423246 w 1423246"/>
                <a:gd name="connsiteY0" fmla="*/ 1423247 h 1423247"/>
                <a:gd name="connsiteX1" fmla="*/ 0 w 1423246"/>
                <a:gd name="connsiteY1" fmla="*/ 0 h 1423247"/>
                <a:gd name="connsiteX2" fmla="*/ 40825 w 1423246"/>
                <a:gd name="connsiteY2" fmla="*/ 0 h 1423247"/>
                <a:gd name="connsiteX3" fmla="*/ 1423246 w 1423246"/>
                <a:gd name="connsiteY3" fmla="*/ 1382420 h 1423247"/>
                <a:gd name="connsiteX4" fmla="*/ 1423246 w 1423246"/>
                <a:gd name="connsiteY4" fmla="*/ 1423247 h 142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3246" h="1423247">
                  <a:moveTo>
                    <a:pt x="1423246" y="1423247"/>
                  </a:moveTo>
                  <a:lnTo>
                    <a:pt x="0" y="0"/>
                  </a:lnTo>
                  <a:lnTo>
                    <a:pt x="40825" y="0"/>
                  </a:lnTo>
                  <a:lnTo>
                    <a:pt x="1423246" y="1382420"/>
                  </a:lnTo>
                  <a:lnTo>
                    <a:pt x="1423246" y="142324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C2D71F3-0A7A-4745-A34F-CE00E95F9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-15991" y="801908"/>
              <a:ext cx="1337057" cy="1337057"/>
            </a:xfrm>
            <a:custGeom>
              <a:avLst/>
              <a:gdLst>
                <a:gd name="connsiteX0" fmla="*/ 1337057 w 1337057"/>
                <a:gd name="connsiteY0" fmla="*/ 1337057 h 1337057"/>
                <a:gd name="connsiteX1" fmla="*/ 0 w 1337057"/>
                <a:gd name="connsiteY1" fmla="*/ 0 h 1337057"/>
                <a:gd name="connsiteX2" fmla="*/ 40826 w 1337057"/>
                <a:gd name="connsiteY2" fmla="*/ 0 h 1337057"/>
                <a:gd name="connsiteX3" fmla="*/ 1337057 w 1337057"/>
                <a:gd name="connsiteY3" fmla="*/ 1296231 h 1337057"/>
                <a:gd name="connsiteX4" fmla="*/ 1337057 w 1337057"/>
                <a:gd name="connsiteY4" fmla="*/ 1337057 h 13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7057" h="1337057">
                  <a:moveTo>
                    <a:pt x="1337057" y="133705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337057" y="1296231"/>
                  </a:lnTo>
                  <a:lnTo>
                    <a:pt x="1337057" y="133705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1BF2AB6-6873-4ED8-98DB-4A9398AF732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-33841" y="844997"/>
              <a:ext cx="1250869" cy="1250869"/>
            </a:xfrm>
            <a:custGeom>
              <a:avLst/>
              <a:gdLst>
                <a:gd name="connsiteX0" fmla="*/ 1250869 w 1250869"/>
                <a:gd name="connsiteY0" fmla="*/ 1250869 h 1250869"/>
                <a:gd name="connsiteX1" fmla="*/ 0 w 1250869"/>
                <a:gd name="connsiteY1" fmla="*/ 0 h 1250869"/>
                <a:gd name="connsiteX2" fmla="*/ 40825 w 1250869"/>
                <a:gd name="connsiteY2" fmla="*/ 0 h 1250869"/>
                <a:gd name="connsiteX3" fmla="*/ 1250869 w 1250869"/>
                <a:gd name="connsiteY3" fmla="*/ 1210042 h 1250869"/>
                <a:gd name="connsiteX4" fmla="*/ 1250869 w 1250869"/>
                <a:gd name="connsiteY4" fmla="*/ 1250869 h 125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0869" h="1250869">
                  <a:moveTo>
                    <a:pt x="1250869" y="1250869"/>
                  </a:moveTo>
                  <a:lnTo>
                    <a:pt x="0" y="0"/>
                  </a:lnTo>
                  <a:lnTo>
                    <a:pt x="40825" y="0"/>
                  </a:lnTo>
                  <a:lnTo>
                    <a:pt x="1250869" y="1210042"/>
                  </a:lnTo>
                  <a:lnTo>
                    <a:pt x="1250869" y="125086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38BEE1DC-3180-496F-B9F2-0541143A9C6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-51857" y="888486"/>
              <a:ext cx="1165814" cy="1164680"/>
            </a:xfrm>
            <a:custGeom>
              <a:avLst/>
              <a:gdLst>
                <a:gd name="connsiteX0" fmla="*/ 1164680 w 1165814"/>
                <a:gd name="connsiteY0" fmla="*/ 1164680 h 1164680"/>
                <a:gd name="connsiteX1" fmla="*/ 0 w 1165814"/>
                <a:gd name="connsiteY1" fmla="*/ 1 h 1164680"/>
                <a:gd name="connsiteX2" fmla="*/ 40825 w 1165814"/>
                <a:gd name="connsiteY2" fmla="*/ 0 h 1164680"/>
                <a:gd name="connsiteX3" fmla="*/ 1165814 w 1165814"/>
                <a:gd name="connsiteY3" fmla="*/ 1123854 h 1164680"/>
                <a:gd name="connsiteX4" fmla="*/ 1164680 w 1165814"/>
                <a:gd name="connsiteY4" fmla="*/ 1123854 h 1164680"/>
                <a:gd name="connsiteX5" fmla="*/ 1164680 w 1165814"/>
                <a:gd name="connsiteY5" fmla="*/ 1164680 h 1164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5814" h="1164680">
                  <a:moveTo>
                    <a:pt x="1164680" y="1164680"/>
                  </a:moveTo>
                  <a:lnTo>
                    <a:pt x="0" y="1"/>
                  </a:lnTo>
                  <a:lnTo>
                    <a:pt x="40825" y="0"/>
                  </a:lnTo>
                  <a:lnTo>
                    <a:pt x="1165814" y="1123854"/>
                  </a:lnTo>
                  <a:lnTo>
                    <a:pt x="1164680" y="1123854"/>
                  </a:lnTo>
                  <a:lnTo>
                    <a:pt x="1164680" y="116468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D39D863D-C379-4E72-B276-53F62D7E2B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-69307" y="930608"/>
              <a:ext cx="1079626" cy="1079626"/>
            </a:xfrm>
            <a:custGeom>
              <a:avLst/>
              <a:gdLst>
                <a:gd name="connsiteX0" fmla="*/ 1079626 w 1079626"/>
                <a:gd name="connsiteY0" fmla="*/ 1079626 h 1079626"/>
                <a:gd name="connsiteX1" fmla="*/ 0 w 1079626"/>
                <a:gd name="connsiteY1" fmla="*/ 1 h 1079626"/>
                <a:gd name="connsiteX2" fmla="*/ 40826 w 1079626"/>
                <a:gd name="connsiteY2" fmla="*/ 0 h 1079626"/>
                <a:gd name="connsiteX3" fmla="*/ 1079626 w 1079626"/>
                <a:gd name="connsiteY3" fmla="*/ 1038800 h 1079626"/>
                <a:gd name="connsiteX4" fmla="*/ 1079626 w 1079626"/>
                <a:gd name="connsiteY4" fmla="*/ 1079626 h 107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626" h="1079626">
                  <a:moveTo>
                    <a:pt x="1079626" y="1079626"/>
                  </a:moveTo>
                  <a:lnTo>
                    <a:pt x="0" y="1"/>
                  </a:lnTo>
                  <a:lnTo>
                    <a:pt x="40826" y="0"/>
                  </a:lnTo>
                  <a:lnTo>
                    <a:pt x="1079626" y="1038800"/>
                  </a:lnTo>
                  <a:lnTo>
                    <a:pt x="1079626" y="1079626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079BA6D-6450-46A6-9874-663ABFE497C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-87157" y="973697"/>
              <a:ext cx="993437" cy="993438"/>
            </a:xfrm>
            <a:custGeom>
              <a:avLst/>
              <a:gdLst>
                <a:gd name="connsiteX0" fmla="*/ 993437 w 993437"/>
                <a:gd name="connsiteY0" fmla="*/ 993438 h 993438"/>
                <a:gd name="connsiteX1" fmla="*/ 0 w 993437"/>
                <a:gd name="connsiteY1" fmla="*/ 0 h 993438"/>
                <a:gd name="connsiteX2" fmla="*/ 40825 w 993437"/>
                <a:gd name="connsiteY2" fmla="*/ 1 h 993438"/>
                <a:gd name="connsiteX3" fmla="*/ 993437 w 993437"/>
                <a:gd name="connsiteY3" fmla="*/ 952612 h 993438"/>
                <a:gd name="connsiteX4" fmla="*/ 993437 w 993437"/>
                <a:gd name="connsiteY4" fmla="*/ 993438 h 99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3437" h="993438">
                  <a:moveTo>
                    <a:pt x="993437" y="993438"/>
                  </a:moveTo>
                  <a:lnTo>
                    <a:pt x="0" y="0"/>
                  </a:lnTo>
                  <a:lnTo>
                    <a:pt x="40825" y="1"/>
                  </a:lnTo>
                  <a:lnTo>
                    <a:pt x="993437" y="952612"/>
                  </a:lnTo>
                  <a:lnTo>
                    <a:pt x="993437" y="99343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A4CFFBA8-B565-42FA-9C0D-4FC6525B06C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-105173" y="1017188"/>
              <a:ext cx="908383" cy="907248"/>
            </a:xfrm>
            <a:custGeom>
              <a:avLst/>
              <a:gdLst>
                <a:gd name="connsiteX0" fmla="*/ 907249 w 908383"/>
                <a:gd name="connsiteY0" fmla="*/ 907248 h 907248"/>
                <a:gd name="connsiteX1" fmla="*/ 0 w 908383"/>
                <a:gd name="connsiteY1" fmla="*/ 0 h 907248"/>
                <a:gd name="connsiteX2" fmla="*/ 40827 w 908383"/>
                <a:gd name="connsiteY2" fmla="*/ 0 h 907248"/>
                <a:gd name="connsiteX3" fmla="*/ 908383 w 908383"/>
                <a:gd name="connsiteY3" fmla="*/ 866422 h 907248"/>
                <a:gd name="connsiteX4" fmla="*/ 907249 w 908383"/>
                <a:gd name="connsiteY4" fmla="*/ 866422 h 907248"/>
                <a:gd name="connsiteX5" fmla="*/ 907249 w 908383"/>
                <a:gd name="connsiteY5" fmla="*/ 907248 h 907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8383" h="907248">
                  <a:moveTo>
                    <a:pt x="907249" y="907248"/>
                  </a:moveTo>
                  <a:lnTo>
                    <a:pt x="0" y="0"/>
                  </a:lnTo>
                  <a:lnTo>
                    <a:pt x="40827" y="0"/>
                  </a:lnTo>
                  <a:lnTo>
                    <a:pt x="908383" y="866422"/>
                  </a:lnTo>
                  <a:lnTo>
                    <a:pt x="907249" y="866422"/>
                  </a:lnTo>
                  <a:lnTo>
                    <a:pt x="907249" y="90724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8016DB4-3354-4E78-B07E-1D722297B86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-123024" y="1060277"/>
              <a:ext cx="822195" cy="821061"/>
            </a:xfrm>
            <a:custGeom>
              <a:avLst/>
              <a:gdLst>
                <a:gd name="connsiteX0" fmla="*/ 821060 w 822195"/>
                <a:gd name="connsiteY0" fmla="*/ 821061 h 821061"/>
                <a:gd name="connsiteX1" fmla="*/ 0 w 822195"/>
                <a:gd name="connsiteY1" fmla="*/ 0 h 821061"/>
                <a:gd name="connsiteX2" fmla="*/ 40826 w 822195"/>
                <a:gd name="connsiteY2" fmla="*/ 1 h 821061"/>
                <a:gd name="connsiteX3" fmla="*/ 822195 w 822195"/>
                <a:gd name="connsiteY3" fmla="*/ 780235 h 821061"/>
                <a:gd name="connsiteX4" fmla="*/ 821060 w 822195"/>
                <a:gd name="connsiteY4" fmla="*/ 780235 h 821061"/>
                <a:gd name="connsiteX5" fmla="*/ 821060 w 822195"/>
                <a:gd name="connsiteY5" fmla="*/ 821061 h 821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2195" h="821061">
                  <a:moveTo>
                    <a:pt x="821060" y="821061"/>
                  </a:moveTo>
                  <a:lnTo>
                    <a:pt x="0" y="0"/>
                  </a:lnTo>
                  <a:lnTo>
                    <a:pt x="40826" y="1"/>
                  </a:lnTo>
                  <a:lnTo>
                    <a:pt x="822195" y="780235"/>
                  </a:lnTo>
                  <a:lnTo>
                    <a:pt x="821060" y="780235"/>
                  </a:lnTo>
                  <a:lnTo>
                    <a:pt x="821060" y="821061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0CB1EA35-0D05-4F13-871D-0CAB5CECD4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-140475" y="1102398"/>
              <a:ext cx="736006" cy="736005"/>
            </a:xfrm>
            <a:custGeom>
              <a:avLst/>
              <a:gdLst>
                <a:gd name="connsiteX0" fmla="*/ 736005 w 736006"/>
                <a:gd name="connsiteY0" fmla="*/ 736005 h 736005"/>
                <a:gd name="connsiteX1" fmla="*/ 0 w 736006"/>
                <a:gd name="connsiteY1" fmla="*/ 0 h 736005"/>
                <a:gd name="connsiteX2" fmla="*/ 40826 w 736006"/>
                <a:gd name="connsiteY2" fmla="*/ 0 h 736005"/>
                <a:gd name="connsiteX3" fmla="*/ 736006 w 736006"/>
                <a:gd name="connsiteY3" fmla="*/ 695179 h 736005"/>
                <a:gd name="connsiteX4" fmla="*/ 736005 w 736006"/>
                <a:gd name="connsiteY4" fmla="*/ 736005 h 736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006" h="736005">
                  <a:moveTo>
                    <a:pt x="736005" y="736005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736006" y="695179"/>
                  </a:lnTo>
                  <a:lnTo>
                    <a:pt x="736005" y="736005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7F84AF5-3C7F-4D42-92A9-CCA3CDB8E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-158323" y="1145488"/>
              <a:ext cx="649817" cy="649817"/>
            </a:xfrm>
            <a:custGeom>
              <a:avLst/>
              <a:gdLst>
                <a:gd name="connsiteX0" fmla="*/ 649817 w 649817"/>
                <a:gd name="connsiteY0" fmla="*/ 649817 h 649817"/>
                <a:gd name="connsiteX1" fmla="*/ 0 w 649817"/>
                <a:gd name="connsiteY1" fmla="*/ 0 h 649817"/>
                <a:gd name="connsiteX2" fmla="*/ 40826 w 649817"/>
                <a:gd name="connsiteY2" fmla="*/ 0 h 649817"/>
                <a:gd name="connsiteX3" fmla="*/ 649817 w 649817"/>
                <a:gd name="connsiteY3" fmla="*/ 608990 h 649817"/>
                <a:gd name="connsiteX4" fmla="*/ 649817 w 649817"/>
                <a:gd name="connsiteY4" fmla="*/ 649817 h 64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817" h="649817">
                  <a:moveTo>
                    <a:pt x="649817" y="64981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649817" y="608990"/>
                  </a:lnTo>
                  <a:lnTo>
                    <a:pt x="649817" y="64981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FA8E90CE-90F4-42ED-AAAF-0F139BE4E3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3500280">
              <a:off x="-176338" y="1188978"/>
              <a:ext cx="564761" cy="563628"/>
            </a:xfrm>
            <a:custGeom>
              <a:avLst/>
              <a:gdLst>
                <a:gd name="connsiteX0" fmla="*/ 563628 w 564761"/>
                <a:gd name="connsiteY0" fmla="*/ 563628 h 563628"/>
                <a:gd name="connsiteX1" fmla="*/ 0 w 564761"/>
                <a:gd name="connsiteY1" fmla="*/ 0 h 563628"/>
                <a:gd name="connsiteX2" fmla="*/ 40826 w 564761"/>
                <a:gd name="connsiteY2" fmla="*/ 0 h 563628"/>
                <a:gd name="connsiteX3" fmla="*/ 564761 w 564761"/>
                <a:gd name="connsiteY3" fmla="*/ 522802 h 563628"/>
                <a:gd name="connsiteX4" fmla="*/ 563629 w 564761"/>
                <a:gd name="connsiteY4" fmla="*/ 522802 h 563628"/>
                <a:gd name="connsiteX5" fmla="*/ 563628 w 564761"/>
                <a:gd name="connsiteY5" fmla="*/ 563628 h 563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4761" h="563628">
                  <a:moveTo>
                    <a:pt x="563628" y="563628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564761" y="522802"/>
                  </a:lnTo>
                  <a:lnTo>
                    <a:pt x="563629" y="522802"/>
                  </a:lnTo>
                  <a:lnTo>
                    <a:pt x="563628" y="56362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C1C105E-FE0D-4A36-AE5B-BBA110F6EE5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3500280">
              <a:off x="-194190" y="1232066"/>
              <a:ext cx="478574" cy="477440"/>
            </a:xfrm>
            <a:custGeom>
              <a:avLst/>
              <a:gdLst>
                <a:gd name="connsiteX0" fmla="*/ 478574 w 478574"/>
                <a:gd name="connsiteY0" fmla="*/ 477440 h 477440"/>
                <a:gd name="connsiteX1" fmla="*/ 0 w 478574"/>
                <a:gd name="connsiteY1" fmla="*/ 0 h 477440"/>
                <a:gd name="connsiteX2" fmla="*/ 40826 w 478574"/>
                <a:gd name="connsiteY2" fmla="*/ 0 h 477440"/>
                <a:gd name="connsiteX3" fmla="*/ 478573 w 478574"/>
                <a:gd name="connsiteY3" fmla="*/ 437747 h 477440"/>
                <a:gd name="connsiteX4" fmla="*/ 478574 w 478574"/>
                <a:gd name="connsiteY4" fmla="*/ 477440 h 47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74" h="477440">
                  <a:moveTo>
                    <a:pt x="478574" y="477440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478573" y="437747"/>
                  </a:lnTo>
                  <a:lnTo>
                    <a:pt x="478574" y="47744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EE07693-1822-40D4-88A4-0F663C787D7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2202360" y="6829131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D282910-ECE9-4B26-9656-AD1D41D44AC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1089323" y="5806086"/>
              <a:ext cx="30139" cy="1051915"/>
            </a:xfrm>
            <a:custGeom>
              <a:avLst/>
              <a:gdLst>
                <a:gd name="connsiteX0" fmla="*/ 28833 w 30139"/>
                <a:gd name="connsiteY0" fmla="*/ 0 h 1051915"/>
                <a:gd name="connsiteX1" fmla="*/ 30139 w 30139"/>
                <a:gd name="connsiteY1" fmla="*/ 1051915 h 1051915"/>
                <a:gd name="connsiteX2" fmla="*/ 1271 w 30139"/>
                <a:gd name="connsiteY2" fmla="*/ 1051915 h 1051915"/>
                <a:gd name="connsiteX3" fmla="*/ 0 w 30139"/>
                <a:gd name="connsiteY3" fmla="*/ 28904 h 1051915"/>
                <a:gd name="connsiteX4" fmla="*/ 28833 w 30139"/>
                <a:gd name="connsiteY4" fmla="*/ 0 h 1051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39" h="1051915">
                  <a:moveTo>
                    <a:pt x="28833" y="0"/>
                  </a:moveTo>
                  <a:lnTo>
                    <a:pt x="30139" y="1051915"/>
                  </a:lnTo>
                  <a:lnTo>
                    <a:pt x="1271" y="1051915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C7A453C-4565-4652-9781-F148800973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1028453" y="5867106"/>
              <a:ext cx="30064" cy="990894"/>
            </a:xfrm>
            <a:custGeom>
              <a:avLst/>
              <a:gdLst>
                <a:gd name="connsiteX0" fmla="*/ 28833 w 30064"/>
                <a:gd name="connsiteY0" fmla="*/ 0 h 990894"/>
                <a:gd name="connsiteX1" fmla="*/ 30064 w 30064"/>
                <a:gd name="connsiteY1" fmla="*/ 990894 h 990894"/>
                <a:gd name="connsiteX2" fmla="*/ 1195 w 30064"/>
                <a:gd name="connsiteY2" fmla="*/ 990894 h 990894"/>
                <a:gd name="connsiteX3" fmla="*/ 0 w 30064"/>
                <a:gd name="connsiteY3" fmla="*/ 28904 h 990894"/>
                <a:gd name="connsiteX4" fmla="*/ 28833 w 30064"/>
                <a:gd name="connsiteY4" fmla="*/ 0 h 990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64" h="990894">
                  <a:moveTo>
                    <a:pt x="28833" y="0"/>
                  </a:moveTo>
                  <a:lnTo>
                    <a:pt x="30064" y="990894"/>
                  </a:lnTo>
                  <a:lnTo>
                    <a:pt x="1195" y="990894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DE479407-B0BB-45F1-A93D-05ED5B41F31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967584" y="5928926"/>
              <a:ext cx="30790" cy="929074"/>
            </a:xfrm>
            <a:custGeom>
              <a:avLst/>
              <a:gdLst>
                <a:gd name="connsiteX0" fmla="*/ 29636 w 30790"/>
                <a:gd name="connsiteY0" fmla="*/ 0 h 929074"/>
                <a:gd name="connsiteX1" fmla="*/ 30790 w 30790"/>
                <a:gd name="connsiteY1" fmla="*/ 929074 h 929074"/>
                <a:gd name="connsiteX2" fmla="*/ 1401 w 30790"/>
                <a:gd name="connsiteY2" fmla="*/ 929074 h 929074"/>
                <a:gd name="connsiteX3" fmla="*/ 0 w 30790"/>
                <a:gd name="connsiteY3" fmla="*/ 28104 h 929074"/>
                <a:gd name="connsiteX4" fmla="*/ 803 w 30790"/>
                <a:gd name="connsiteY4" fmla="*/ 28905 h 929074"/>
                <a:gd name="connsiteX5" fmla="*/ 29636 w 30790"/>
                <a:gd name="connsiteY5" fmla="*/ 0 h 929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90" h="929074">
                  <a:moveTo>
                    <a:pt x="29636" y="0"/>
                  </a:moveTo>
                  <a:lnTo>
                    <a:pt x="30790" y="929074"/>
                  </a:lnTo>
                  <a:lnTo>
                    <a:pt x="1401" y="929074"/>
                  </a:lnTo>
                  <a:lnTo>
                    <a:pt x="0" y="28104"/>
                  </a:lnTo>
                  <a:lnTo>
                    <a:pt x="803" y="28905"/>
                  </a:lnTo>
                  <a:lnTo>
                    <a:pt x="29636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271515D-B4B7-4502-B24F-DC5480444ED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906717" y="5989948"/>
              <a:ext cx="30713" cy="868053"/>
            </a:xfrm>
            <a:custGeom>
              <a:avLst/>
              <a:gdLst>
                <a:gd name="connsiteX0" fmla="*/ 29635 w 30713"/>
                <a:gd name="connsiteY0" fmla="*/ 0 h 868053"/>
                <a:gd name="connsiteX1" fmla="*/ 30713 w 30713"/>
                <a:gd name="connsiteY1" fmla="*/ 868053 h 868053"/>
                <a:gd name="connsiteX2" fmla="*/ 1319 w 30713"/>
                <a:gd name="connsiteY2" fmla="*/ 868053 h 868053"/>
                <a:gd name="connsiteX3" fmla="*/ 0 w 30713"/>
                <a:gd name="connsiteY3" fmla="*/ 28103 h 868053"/>
                <a:gd name="connsiteX4" fmla="*/ 802 w 30713"/>
                <a:gd name="connsiteY4" fmla="*/ 28904 h 868053"/>
                <a:gd name="connsiteX5" fmla="*/ 29635 w 30713"/>
                <a:gd name="connsiteY5" fmla="*/ 0 h 86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13" h="868053">
                  <a:moveTo>
                    <a:pt x="29635" y="0"/>
                  </a:moveTo>
                  <a:lnTo>
                    <a:pt x="30713" y="868053"/>
                  </a:lnTo>
                  <a:lnTo>
                    <a:pt x="1319" y="868053"/>
                  </a:lnTo>
                  <a:lnTo>
                    <a:pt x="0" y="28103"/>
                  </a:lnTo>
                  <a:lnTo>
                    <a:pt x="802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B364732-EC14-4416-964A-13F3D77CDB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846647" y="6049364"/>
              <a:ext cx="29838" cy="808636"/>
            </a:xfrm>
            <a:custGeom>
              <a:avLst/>
              <a:gdLst>
                <a:gd name="connsiteX0" fmla="*/ 28833 w 29838"/>
                <a:gd name="connsiteY0" fmla="*/ 0 h 808636"/>
                <a:gd name="connsiteX1" fmla="*/ 29838 w 29838"/>
                <a:gd name="connsiteY1" fmla="*/ 808636 h 808636"/>
                <a:gd name="connsiteX2" fmla="*/ 969 w 29838"/>
                <a:gd name="connsiteY2" fmla="*/ 808636 h 808636"/>
                <a:gd name="connsiteX3" fmla="*/ 0 w 29838"/>
                <a:gd name="connsiteY3" fmla="*/ 28904 h 808636"/>
                <a:gd name="connsiteX4" fmla="*/ 28833 w 29838"/>
                <a:gd name="connsiteY4" fmla="*/ 0 h 80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38" h="808636">
                  <a:moveTo>
                    <a:pt x="28833" y="0"/>
                  </a:moveTo>
                  <a:lnTo>
                    <a:pt x="29838" y="808636"/>
                  </a:lnTo>
                  <a:lnTo>
                    <a:pt x="969" y="808636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19347B5-2692-4514-B67B-159C25FA49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785780" y="6110384"/>
              <a:ext cx="29761" cy="747617"/>
            </a:xfrm>
            <a:custGeom>
              <a:avLst/>
              <a:gdLst>
                <a:gd name="connsiteX0" fmla="*/ 28832 w 29761"/>
                <a:gd name="connsiteY0" fmla="*/ 0 h 747617"/>
                <a:gd name="connsiteX1" fmla="*/ 29761 w 29761"/>
                <a:gd name="connsiteY1" fmla="*/ 747617 h 747617"/>
                <a:gd name="connsiteX2" fmla="*/ 893 w 29761"/>
                <a:gd name="connsiteY2" fmla="*/ 747617 h 747617"/>
                <a:gd name="connsiteX3" fmla="*/ 0 w 29761"/>
                <a:gd name="connsiteY3" fmla="*/ 28905 h 747617"/>
                <a:gd name="connsiteX4" fmla="*/ 28832 w 29761"/>
                <a:gd name="connsiteY4" fmla="*/ 0 h 747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61" h="747617">
                  <a:moveTo>
                    <a:pt x="28832" y="0"/>
                  </a:moveTo>
                  <a:lnTo>
                    <a:pt x="29761" y="747617"/>
                  </a:lnTo>
                  <a:lnTo>
                    <a:pt x="893" y="747617"/>
                  </a:lnTo>
                  <a:lnTo>
                    <a:pt x="0" y="28905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E1746638-BCA2-4B8F-A315-9514E1973C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724911" y="6172206"/>
              <a:ext cx="30487" cy="685795"/>
            </a:xfrm>
            <a:custGeom>
              <a:avLst/>
              <a:gdLst>
                <a:gd name="connsiteX0" fmla="*/ 29635 w 30487"/>
                <a:gd name="connsiteY0" fmla="*/ 0 h 685795"/>
                <a:gd name="connsiteX1" fmla="*/ 30487 w 30487"/>
                <a:gd name="connsiteY1" fmla="*/ 685795 h 685795"/>
                <a:gd name="connsiteX2" fmla="*/ 1071 w 30487"/>
                <a:gd name="connsiteY2" fmla="*/ 685795 h 685795"/>
                <a:gd name="connsiteX3" fmla="*/ 0 w 30487"/>
                <a:gd name="connsiteY3" fmla="*/ 28103 h 685795"/>
                <a:gd name="connsiteX4" fmla="*/ 803 w 30487"/>
                <a:gd name="connsiteY4" fmla="*/ 28904 h 685795"/>
                <a:gd name="connsiteX5" fmla="*/ 29635 w 30487"/>
                <a:gd name="connsiteY5" fmla="*/ 0 h 68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7" h="685795">
                  <a:moveTo>
                    <a:pt x="29635" y="0"/>
                  </a:moveTo>
                  <a:lnTo>
                    <a:pt x="30487" y="685795"/>
                  </a:lnTo>
                  <a:lnTo>
                    <a:pt x="1071" y="685795"/>
                  </a:lnTo>
                  <a:lnTo>
                    <a:pt x="0" y="28103"/>
                  </a:lnTo>
                  <a:lnTo>
                    <a:pt x="803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7F56D6B-560F-4123-9E05-11ACF383DF8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664843" y="6231622"/>
              <a:ext cx="29611" cy="626379"/>
            </a:xfrm>
            <a:custGeom>
              <a:avLst/>
              <a:gdLst>
                <a:gd name="connsiteX0" fmla="*/ 28833 w 29611"/>
                <a:gd name="connsiteY0" fmla="*/ 0 h 626379"/>
                <a:gd name="connsiteX1" fmla="*/ 29611 w 29611"/>
                <a:gd name="connsiteY1" fmla="*/ 626379 h 626379"/>
                <a:gd name="connsiteX2" fmla="*/ 742 w 29611"/>
                <a:gd name="connsiteY2" fmla="*/ 626379 h 626379"/>
                <a:gd name="connsiteX3" fmla="*/ 0 w 29611"/>
                <a:gd name="connsiteY3" fmla="*/ 28904 h 626379"/>
                <a:gd name="connsiteX4" fmla="*/ 28833 w 29611"/>
                <a:gd name="connsiteY4" fmla="*/ 0 h 62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611" h="626379">
                  <a:moveTo>
                    <a:pt x="28833" y="0"/>
                  </a:moveTo>
                  <a:lnTo>
                    <a:pt x="29611" y="626379"/>
                  </a:lnTo>
                  <a:lnTo>
                    <a:pt x="742" y="626379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FD3A4D4-C05F-4057-8408-6FF0887E068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603974" y="6292642"/>
              <a:ext cx="29535" cy="565359"/>
            </a:xfrm>
            <a:custGeom>
              <a:avLst/>
              <a:gdLst>
                <a:gd name="connsiteX0" fmla="*/ 28833 w 29535"/>
                <a:gd name="connsiteY0" fmla="*/ 0 h 565359"/>
                <a:gd name="connsiteX1" fmla="*/ 29535 w 29535"/>
                <a:gd name="connsiteY1" fmla="*/ 565359 h 565359"/>
                <a:gd name="connsiteX2" fmla="*/ 666 w 29535"/>
                <a:gd name="connsiteY2" fmla="*/ 565359 h 565359"/>
                <a:gd name="connsiteX3" fmla="*/ 0 w 29535"/>
                <a:gd name="connsiteY3" fmla="*/ 28904 h 565359"/>
                <a:gd name="connsiteX4" fmla="*/ 28833 w 29535"/>
                <a:gd name="connsiteY4" fmla="*/ 0 h 56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35" h="565359">
                  <a:moveTo>
                    <a:pt x="28833" y="0"/>
                  </a:moveTo>
                  <a:lnTo>
                    <a:pt x="29535" y="565359"/>
                  </a:lnTo>
                  <a:lnTo>
                    <a:pt x="666" y="565359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2EAC669-BA43-4F58-9784-4CCDFE4D6F4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543104" y="6353662"/>
              <a:ext cx="29460" cy="504339"/>
            </a:xfrm>
            <a:custGeom>
              <a:avLst/>
              <a:gdLst>
                <a:gd name="connsiteX0" fmla="*/ 28833 w 29460"/>
                <a:gd name="connsiteY0" fmla="*/ 0 h 504339"/>
                <a:gd name="connsiteX1" fmla="*/ 29460 w 29460"/>
                <a:gd name="connsiteY1" fmla="*/ 504339 h 504339"/>
                <a:gd name="connsiteX2" fmla="*/ 591 w 29460"/>
                <a:gd name="connsiteY2" fmla="*/ 504339 h 504339"/>
                <a:gd name="connsiteX3" fmla="*/ 0 w 29460"/>
                <a:gd name="connsiteY3" fmla="*/ 28905 h 504339"/>
                <a:gd name="connsiteX4" fmla="*/ 28833 w 29460"/>
                <a:gd name="connsiteY4" fmla="*/ 0 h 504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60" h="504339">
                  <a:moveTo>
                    <a:pt x="28833" y="0"/>
                  </a:moveTo>
                  <a:lnTo>
                    <a:pt x="29460" y="504339"/>
                  </a:lnTo>
                  <a:lnTo>
                    <a:pt x="591" y="504339"/>
                  </a:lnTo>
                  <a:lnTo>
                    <a:pt x="0" y="28905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3CAE3B4-689F-4EC3-8CC9-EB6D360E384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482237" y="6415482"/>
              <a:ext cx="30185" cy="442518"/>
            </a:xfrm>
            <a:custGeom>
              <a:avLst/>
              <a:gdLst>
                <a:gd name="connsiteX0" fmla="*/ 29635 w 30185"/>
                <a:gd name="connsiteY0" fmla="*/ 0 h 442518"/>
                <a:gd name="connsiteX1" fmla="*/ 30185 w 30185"/>
                <a:gd name="connsiteY1" fmla="*/ 442518 h 442518"/>
                <a:gd name="connsiteX2" fmla="*/ 724 w 30185"/>
                <a:gd name="connsiteY2" fmla="*/ 442518 h 442518"/>
                <a:gd name="connsiteX3" fmla="*/ 0 w 30185"/>
                <a:gd name="connsiteY3" fmla="*/ 28104 h 442518"/>
                <a:gd name="connsiteX4" fmla="*/ 803 w 30185"/>
                <a:gd name="connsiteY4" fmla="*/ 28905 h 442518"/>
                <a:gd name="connsiteX5" fmla="*/ 29635 w 30185"/>
                <a:gd name="connsiteY5" fmla="*/ 0 h 44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185" h="442518">
                  <a:moveTo>
                    <a:pt x="29635" y="0"/>
                  </a:moveTo>
                  <a:lnTo>
                    <a:pt x="30185" y="442518"/>
                  </a:lnTo>
                  <a:lnTo>
                    <a:pt x="724" y="442518"/>
                  </a:lnTo>
                  <a:lnTo>
                    <a:pt x="0" y="28104"/>
                  </a:lnTo>
                  <a:lnTo>
                    <a:pt x="803" y="28905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665978C-1CDF-4EF9-9A5C-4C6C0B3BE0F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422168" y="6474900"/>
              <a:ext cx="29308" cy="383101"/>
            </a:xfrm>
            <a:custGeom>
              <a:avLst/>
              <a:gdLst>
                <a:gd name="connsiteX0" fmla="*/ 28832 w 29308"/>
                <a:gd name="connsiteY0" fmla="*/ 0 h 383101"/>
                <a:gd name="connsiteX1" fmla="*/ 29308 w 29308"/>
                <a:gd name="connsiteY1" fmla="*/ 383101 h 383101"/>
                <a:gd name="connsiteX2" fmla="*/ 440 w 29308"/>
                <a:gd name="connsiteY2" fmla="*/ 383101 h 383101"/>
                <a:gd name="connsiteX3" fmla="*/ 0 w 29308"/>
                <a:gd name="connsiteY3" fmla="*/ 28904 h 383101"/>
                <a:gd name="connsiteX4" fmla="*/ 28832 w 29308"/>
                <a:gd name="connsiteY4" fmla="*/ 0 h 383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08" h="383101">
                  <a:moveTo>
                    <a:pt x="28832" y="0"/>
                  </a:moveTo>
                  <a:lnTo>
                    <a:pt x="29308" y="383101"/>
                  </a:lnTo>
                  <a:lnTo>
                    <a:pt x="440" y="383101"/>
                  </a:lnTo>
                  <a:lnTo>
                    <a:pt x="0" y="28904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97F81447-DAE2-4092-B156-2723E18064A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361300" y="6535920"/>
              <a:ext cx="29233" cy="322081"/>
            </a:xfrm>
            <a:custGeom>
              <a:avLst/>
              <a:gdLst>
                <a:gd name="connsiteX0" fmla="*/ 28833 w 29233"/>
                <a:gd name="connsiteY0" fmla="*/ 0 h 322081"/>
                <a:gd name="connsiteX1" fmla="*/ 29233 w 29233"/>
                <a:gd name="connsiteY1" fmla="*/ 322081 h 322081"/>
                <a:gd name="connsiteX2" fmla="*/ 364 w 29233"/>
                <a:gd name="connsiteY2" fmla="*/ 322081 h 322081"/>
                <a:gd name="connsiteX3" fmla="*/ 0 w 29233"/>
                <a:gd name="connsiteY3" fmla="*/ 28904 h 322081"/>
                <a:gd name="connsiteX4" fmla="*/ 28833 w 29233"/>
                <a:gd name="connsiteY4" fmla="*/ 0 h 322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33" h="322081">
                  <a:moveTo>
                    <a:pt x="28833" y="0"/>
                  </a:moveTo>
                  <a:lnTo>
                    <a:pt x="29233" y="322081"/>
                  </a:lnTo>
                  <a:lnTo>
                    <a:pt x="364" y="322081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AB0C8140-456A-4593-9DC3-5A53E63B0CD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300431" y="6597740"/>
              <a:ext cx="29959" cy="260260"/>
            </a:xfrm>
            <a:custGeom>
              <a:avLst/>
              <a:gdLst>
                <a:gd name="connsiteX0" fmla="*/ 29636 w 29959"/>
                <a:gd name="connsiteY0" fmla="*/ 0 h 260260"/>
                <a:gd name="connsiteX1" fmla="*/ 29959 w 29959"/>
                <a:gd name="connsiteY1" fmla="*/ 260260 h 260260"/>
                <a:gd name="connsiteX2" fmla="*/ 440 w 29959"/>
                <a:gd name="connsiteY2" fmla="*/ 260260 h 260260"/>
                <a:gd name="connsiteX3" fmla="*/ 0 w 29959"/>
                <a:gd name="connsiteY3" fmla="*/ 28104 h 260260"/>
                <a:gd name="connsiteX4" fmla="*/ 803 w 29959"/>
                <a:gd name="connsiteY4" fmla="*/ 28904 h 260260"/>
                <a:gd name="connsiteX5" fmla="*/ 29636 w 29959"/>
                <a:gd name="connsiteY5" fmla="*/ 0 h 26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9" h="260260">
                  <a:moveTo>
                    <a:pt x="29636" y="0"/>
                  </a:moveTo>
                  <a:lnTo>
                    <a:pt x="29959" y="260260"/>
                  </a:lnTo>
                  <a:lnTo>
                    <a:pt x="440" y="260260"/>
                  </a:lnTo>
                  <a:lnTo>
                    <a:pt x="0" y="28104"/>
                  </a:lnTo>
                  <a:lnTo>
                    <a:pt x="803" y="28904"/>
                  </a:lnTo>
                  <a:lnTo>
                    <a:pt x="29636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1411ED6-803D-4C5A-8E92-8EAC28ACA2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239562" y="6658760"/>
              <a:ext cx="29882" cy="199240"/>
            </a:xfrm>
            <a:custGeom>
              <a:avLst/>
              <a:gdLst>
                <a:gd name="connsiteX0" fmla="*/ 29635 w 29882"/>
                <a:gd name="connsiteY0" fmla="*/ 0 h 199240"/>
                <a:gd name="connsiteX1" fmla="*/ 29882 w 29882"/>
                <a:gd name="connsiteY1" fmla="*/ 199240 h 199240"/>
                <a:gd name="connsiteX2" fmla="*/ 337 w 29882"/>
                <a:gd name="connsiteY2" fmla="*/ 199240 h 199240"/>
                <a:gd name="connsiteX3" fmla="*/ 0 w 29882"/>
                <a:gd name="connsiteY3" fmla="*/ 28103 h 199240"/>
                <a:gd name="connsiteX4" fmla="*/ 803 w 29882"/>
                <a:gd name="connsiteY4" fmla="*/ 28904 h 199240"/>
                <a:gd name="connsiteX5" fmla="*/ 29635 w 29882"/>
                <a:gd name="connsiteY5" fmla="*/ 0 h 199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82" h="199240">
                  <a:moveTo>
                    <a:pt x="29635" y="0"/>
                  </a:moveTo>
                  <a:lnTo>
                    <a:pt x="29882" y="199240"/>
                  </a:lnTo>
                  <a:lnTo>
                    <a:pt x="337" y="199240"/>
                  </a:lnTo>
                  <a:lnTo>
                    <a:pt x="0" y="28103"/>
                  </a:lnTo>
                  <a:lnTo>
                    <a:pt x="803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3F198DF-8521-45A1-8BAE-4FC70FC420A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179494" y="6718178"/>
              <a:ext cx="29006" cy="139823"/>
            </a:xfrm>
            <a:custGeom>
              <a:avLst/>
              <a:gdLst>
                <a:gd name="connsiteX0" fmla="*/ 28832 w 29006"/>
                <a:gd name="connsiteY0" fmla="*/ 0 h 139823"/>
                <a:gd name="connsiteX1" fmla="*/ 29006 w 29006"/>
                <a:gd name="connsiteY1" fmla="*/ 139823 h 139823"/>
                <a:gd name="connsiteX2" fmla="*/ 138 w 29006"/>
                <a:gd name="connsiteY2" fmla="*/ 139823 h 139823"/>
                <a:gd name="connsiteX3" fmla="*/ 0 w 29006"/>
                <a:gd name="connsiteY3" fmla="*/ 28904 h 139823"/>
                <a:gd name="connsiteX4" fmla="*/ 28832 w 29006"/>
                <a:gd name="connsiteY4" fmla="*/ 0 h 13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06" h="139823">
                  <a:moveTo>
                    <a:pt x="28832" y="0"/>
                  </a:moveTo>
                  <a:lnTo>
                    <a:pt x="29006" y="139823"/>
                  </a:lnTo>
                  <a:lnTo>
                    <a:pt x="138" y="139823"/>
                  </a:lnTo>
                  <a:lnTo>
                    <a:pt x="0" y="28904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AA80212-BA6E-448F-BA91-287462E1D3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118626" y="6779198"/>
              <a:ext cx="28931" cy="78803"/>
            </a:xfrm>
            <a:custGeom>
              <a:avLst/>
              <a:gdLst>
                <a:gd name="connsiteX0" fmla="*/ 28833 w 28931"/>
                <a:gd name="connsiteY0" fmla="*/ 0 h 78803"/>
                <a:gd name="connsiteX1" fmla="*/ 28931 w 28931"/>
                <a:gd name="connsiteY1" fmla="*/ 78803 h 78803"/>
                <a:gd name="connsiteX2" fmla="*/ 62 w 28931"/>
                <a:gd name="connsiteY2" fmla="*/ 78803 h 78803"/>
                <a:gd name="connsiteX3" fmla="*/ 0 w 28931"/>
                <a:gd name="connsiteY3" fmla="*/ 28904 h 78803"/>
                <a:gd name="connsiteX4" fmla="*/ 28833 w 28931"/>
                <a:gd name="connsiteY4" fmla="*/ 0 h 7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31" h="78803">
                  <a:moveTo>
                    <a:pt x="28833" y="0"/>
                  </a:moveTo>
                  <a:lnTo>
                    <a:pt x="28931" y="78803"/>
                  </a:lnTo>
                  <a:lnTo>
                    <a:pt x="62" y="78803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B8EBCCB-B7E3-4837-AA61-44D0A400EC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70452" y="6841018"/>
              <a:ext cx="16961" cy="16982"/>
            </a:xfrm>
            <a:custGeom>
              <a:avLst/>
              <a:gdLst>
                <a:gd name="connsiteX0" fmla="*/ 16940 w 16961"/>
                <a:gd name="connsiteY0" fmla="*/ 0 h 16982"/>
                <a:gd name="connsiteX1" fmla="*/ 16961 w 16961"/>
                <a:gd name="connsiteY1" fmla="*/ 16982 h 16982"/>
                <a:gd name="connsiteX2" fmla="*/ 0 w 16961"/>
                <a:gd name="connsiteY2" fmla="*/ 16982 h 16982"/>
                <a:gd name="connsiteX3" fmla="*/ 16940 w 16961"/>
                <a:gd name="connsiteY3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61" h="16982">
                  <a:moveTo>
                    <a:pt x="16940" y="0"/>
                  </a:moveTo>
                  <a:lnTo>
                    <a:pt x="16961" y="16982"/>
                  </a:lnTo>
                  <a:lnTo>
                    <a:pt x="0" y="16982"/>
                  </a:lnTo>
                  <a:lnTo>
                    <a:pt x="1694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96" name="Text Placeholder 9">
            <a:extLst>
              <a:ext uri="{FF2B5EF4-FFF2-40B4-BE49-F238E27FC236}">
                <a16:creationId xmlns:a16="http://schemas.microsoft.com/office/drawing/2014/main" id="{31DFD331-AE9E-4D35-BC5E-89A51E7CC6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37760" y="2080153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5" name="Text Placeholder 9">
            <a:extLst>
              <a:ext uri="{FF2B5EF4-FFF2-40B4-BE49-F238E27FC236}">
                <a16:creationId xmlns:a16="http://schemas.microsoft.com/office/drawing/2014/main" id="{E4B2F207-6068-4806-A6CC-5A7FCB66A2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7760" y="2491866"/>
            <a:ext cx="3200400" cy="921388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8" name="Text Placeholder 9">
            <a:extLst>
              <a:ext uri="{FF2B5EF4-FFF2-40B4-BE49-F238E27FC236}">
                <a16:creationId xmlns:a16="http://schemas.microsoft.com/office/drawing/2014/main" id="{8F52AD35-565E-4B3E-B63D-69F6C62E56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7760" y="3417082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7" name="Text Placeholder 9">
            <a:extLst>
              <a:ext uri="{FF2B5EF4-FFF2-40B4-BE49-F238E27FC236}">
                <a16:creationId xmlns:a16="http://schemas.microsoft.com/office/drawing/2014/main" id="{62E32947-70DC-4299-A3C0-D8CFA75718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37760" y="3837939"/>
            <a:ext cx="3200400" cy="921388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0" name="Text Placeholder 9">
            <a:extLst>
              <a:ext uri="{FF2B5EF4-FFF2-40B4-BE49-F238E27FC236}">
                <a16:creationId xmlns:a16="http://schemas.microsoft.com/office/drawing/2014/main" id="{15906F94-3E6E-4731-9975-FE2377DBDC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33747" y="4790587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9" name="Text Placeholder 9">
            <a:extLst>
              <a:ext uri="{FF2B5EF4-FFF2-40B4-BE49-F238E27FC236}">
                <a16:creationId xmlns:a16="http://schemas.microsoft.com/office/drawing/2014/main" id="{F592EC28-81D2-494E-AD5C-BC4F4FCD30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33747" y="5203301"/>
            <a:ext cx="3200400" cy="921388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3" name="Text Placeholder 9">
            <a:extLst>
              <a:ext uri="{FF2B5EF4-FFF2-40B4-BE49-F238E27FC236}">
                <a16:creationId xmlns:a16="http://schemas.microsoft.com/office/drawing/2014/main" id="{6B4E489F-EE15-4460-875A-2FB75B72C5D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6217" y="2080153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2" name="Text Placeholder 9">
            <a:extLst>
              <a:ext uri="{FF2B5EF4-FFF2-40B4-BE49-F238E27FC236}">
                <a16:creationId xmlns:a16="http://schemas.microsoft.com/office/drawing/2014/main" id="{41D6DC40-2E7F-4703-B810-A9DF12E8CA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6217" y="2486550"/>
            <a:ext cx="3200400" cy="921388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5" name="Text Placeholder 9">
            <a:extLst>
              <a:ext uri="{FF2B5EF4-FFF2-40B4-BE49-F238E27FC236}">
                <a16:creationId xmlns:a16="http://schemas.microsoft.com/office/drawing/2014/main" id="{8D1334C0-9B97-4769-8EC5-505D553AD5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6217" y="3417082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4" name="Text Placeholder 9">
            <a:extLst>
              <a:ext uri="{FF2B5EF4-FFF2-40B4-BE49-F238E27FC236}">
                <a16:creationId xmlns:a16="http://schemas.microsoft.com/office/drawing/2014/main" id="{77627840-21B3-4981-A379-398FD9F5B7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86217" y="3832623"/>
            <a:ext cx="3200400" cy="921388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C962441-913E-484B-806B-8AD5CE6734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-33209" y="-16980"/>
            <a:ext cx="4096193" cy="6874980"/>
            <a:chOff x="-33209" y="-16980"/>
            <a:chExt cx="4096193" cy="687498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11888" y="0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0" y="4814860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>
              <a:off x="2033016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2033016" y="40596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6980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29384" y="4828032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837D25D-BADF-40E0-B7F9-1288B53AA656}"/>
                </a:ext>
              </a:extLst>
            </p:cNvPr>
            <p:cNvSpPr/>
            <p:nvPr userDrawn="1"/>
          </p:nvSpPr>
          <p:spPr>
            <a:xfrm flipH="1">
              <a:off x="-9868" y="2000264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0" y="4052952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-33209" y="199954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-33209" y="2009066"/>
              <a:ext cx="3017520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2923530" y="1871237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4900" y="142875"/>
            <a:ext cx="7040880" cy="1728362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9">
            <a:extLst>
              <a:ext uri="{FF2B5EF4-FFF2-40B4-BE49-F238E27FC236}">
                <a16:creationId xmlns:a16="http://schemas.microsoft.com/office/drawing/2014/main" id="{4416EFAA-C2FD-4F04-91E3-9F1FA3533A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4900" y="2083776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0BAC0AED-8273-498E-ABB8-65CD10B007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4900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2" name="Text Placeholder 9">
            <a:extLst>
              <a:ext uri="{FF2B5EF4-FFF2-40B4-BE49-F238E27FC236}">
                <a16:creationId xmlns:a16="http://schemas.microsoft.com/office/drawing/2014/main" id="{0FACFED0-6B1D-4868-929E-C9101D8B7D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5924" y="2083776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A3276736-0B83-4D4F-B7D9-AAEF95E38A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5924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5" name="Text Placeholder 9">
            <a:extLst>
              <a:ext uri="{FF2B5EF4-FFF2-40B4-BE49-F238E27FC236}">
                <a16:creationId xmlns:a16="http://schemas.microsoft.com/office/drawing/2014/main" id="{B57AD20F-1E1B-4FD3-8A76-E07A91002B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14900" y="3838956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3" name="Text Placeholder 9">
            <a:extLst>
              <a:ext uri="{FF2B5EF4-FFF2-40B4-BE49-F238E27FC236}">
                <a16:creationId xmlns:a16="http://schemas.microsoft.com/office/drawing/2014/main" id="{6688431F-3AD3-44AD-A5DF-E032B167CC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14900" y="4255479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6" name="Text Placeholder 9">
            <a:extLst>
              <a:ext uri="{FF2B5EF4-FFF2-40B4-BE49-F238E27FC236}">
                <a16:creationId xmlns:a16="http://schemas.microsoft.com/office/drawing/2014/main" id="{F1B1DAAB-37E2-4803-8DF8-A56E6FFF05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5924" y="3838956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4" name="Text Placeholder 9">
            <a:extLst>
              <a:ext uri="{FF2B5EF4-FFF2-40B4-BE49-F238E27FC236}">
                <a16:creationId xmlns:a16="http://schemas.microsoft.com/office/drawing/2014/main" id="{E9E9B407-35B1-4B56-BB6A-4895E5AC4C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5924" y="4252806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7253" y="192023"/>
            <a:ext cx="6821424" cy="1813935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A6A8D4-352A-4CDF-8E34-3A3E064029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8094267" y="-12136"/>
            <a:ext cx="4100169" cy="6878956"/>
            <a:chOff x="8094267" y="-12136"/>
            <a:chExt cx="4100169" cy="687895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CDCB077-A12F-4FE0-AD96-924BF98DBB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 userDrawn="1"/>
          </p:nvGrpSpPr>
          <p:grpSpPr>
            <a:xfrm>
              <a:off x="8138160" y="-7084"/>
              <a:ext cx="4053840" cy="4061621"/>
              <a:chOff x="8138160" y="-7084"/>
              <a:chExt cx="4053840" cy="4061621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837D25D-BADF-40E0-B7F9-1288B53AA656}"/>
                  </a:ext>
                </a:extLst>
              </p:cNvPr>
              <p:cNvSpPr/>
              <p:nvPr userDrawn="1"/>
            </p:nvSpPr>
            <p:spPr>
              <a:xfrm flipH="1">
                <a:off x="8138160" y="2017039"/>
                <a:ext cx="2032942" cy="20299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ADCD25-4CC2-4A9A-B033-132F3DA6D2F5}"/>
                  </a:ext>
                </a:extLst>
              </p:cNvPr>
              <p:cNvSpPr/>
              <p:nvPr userDrawn="1"/>
            </p:nvSpPr>
            <p:spPr>
              <a:xfrm>
                <a:off x="10162032" y="2014436"/>
                <a:ext cx="2029968" cy="202996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D2F68DA8-1D58-42B0-A2C9-046E92884BC1}"/>
                  </a:ext>
                </a:extLst>
              </p:cNvPr>
              <p:cNvSpPr/>
              <p:nvPr userDrawn="1"/>
            </p:nvSpPr>
            <p:spPr>
              <a:xfrm rot="5400000">
                <a:off x="10160492" y="2024569"/>
                <a:ext cx="2029968" cy="2029968"/>
              </a:xfrm>
              <a:custGeom>
                <a:avLst/>
                <a:gdLst>
                  <a:gd name="connsiteX0" fmla="*/ 0 w 2029968"/>
                  <a:gd name="connsiteY0" fmla="*/ 0 h 2029968"/>
                  <a:gd name="connsiteX1" fmla="*/ 2029968 w 2029968"/>
                  <a:gd name="connsiteY1" fmla="*/ 0 h 2029968"/>
                  <a:gd name="connsiteX2" fmla="*/ 2029968 w 2029968"/>
                  <a:gd name="connsiteY2" fmla="*/ 2029968 h 2029968"/>
                  <a:gd name="connsiteX3" fmla="*/ 0 w 2029968"/>
                  <a:gd name="connsiteY3" fmla="*/ 2029968 h 2029968"/>
                  <a:gd name="connsiteX4" fmla="*/ 0 w 2029968"/>
                  <a:gd name="connsiteY4" fmla="*/ 0 h 2029968"/>
                  <a:gd name="connsiteX0" fmla="*/ 0 w 2029968"/>
                  <a:gd name="connsiteY0" fmla="*/ 0 h 2029968"/>
                  <a:gd name="connsiteX1" fmla="*/ 2029968 w 2029968"/>
                  <a:gd name="connsiteY1" fmla="*/ 2029968 h 2029968"/>
                  <a:gd name="connsiteX2" fmla="*/ 0 w 2029968"/>
                  <a:gd name="connsiteY2" fmla="*/ 2029968 h 2029968"/>
                  <a:gd name="connsiteX3" fmla="*/ 0 w 2029968"/>
                  <a:gd name="connsiteY3" fmla="*/ 0 h 2029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9968" h="2029968">
                    <a:moveTo>
                      <a:pt x="0" y="0"/>
                    </a:moveTo>
                    <a:lnTo>
                      <a:pt x="2029968" y="2029968"/>
                    </a:lnTo>
                    <a:lnTo>
                      <a:pt x="0" y="20299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B232A4-4F4E-48E9-9E61-BE51F716635C}"/>
                  </a:ext>
                </a:extLst>
              </p:cNvPr>
              <p:cNvSpPr/>
              <p:nvPr userDrawn="1"/>
            </p:nvSpPr>
            <p:spPr>
              <a:xfrm>
                <a:off x="10162032" y="0"/>
                <a:ext cx="2029968" cy="202996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4CB66576-218C-4236-B125-DD7B03A7848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 rot="10800000">
                <a:off x="10162032" y="0"/>
                <a:ext cx="2029968" cy="2029968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57D1F3-8C55-47FE-B39A-86D30F8FFEA1}"/>
                  </a:ext>
                </a:extLst>
              </p:cNvPr>
              <p:cNvSpPr/>
              <p:nvPr userDrawn="1"/>
            </p:nvSpPr>
            <p:spPr>
              <a:xfrm>
                <a:off x="8139364" y="-7084"/>
                <a:ext cx="2029968" cy="202996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7B41BF2-DA71-4B06-A2F0-757A5EF704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 userDrawn="1"/>
          </p:nvGrpSpPr>
          <p:grpSpPr>
            <a:xfrm>
              <a:off x="8094267" y="-12136"/>
              <a:ext cx="4100169" cy="6878956"/>
              <a:chOff x="8094267" y="-12136"/>
              <a:chExt cx="4100169" cy="687895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4EB6F2E-2621-4EB5-A04D-906FD08CED87}"/>
                  </a:ext>
                </a:extLst>
              </p:cNvPr>
              <p:cNvSpPr/>
              <p:nvPr userDrawn="1"/>
            </p:nvSpPr>
            <p:spPr>
              <a:xfrm flipH="1">
                <a:off x="8138160" y="4868828"/>
                <a:ext cx="2032942" cy="199799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CC28908-2548-441C-BE9D-8728E1FC84C0}"/>
                  </a:ext>
                </a:extLst>
              </p:cNvPr>
              <p:cNvSpPr/>
              <p:nvPr userDrawn="1"/>
            </p:nvSpPr>
            <p:spPr>
              <a:xfrm>
                <a:off x="10164468" y="4044603"/>
                <a:ext cx="2029968" cy="202996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5" name="Picture 34" descr="A black and white striped pattern&#10;&#10;Description automatically generated with low confidence">
                <a:extLst>
                  <a:ext uri="{FF2B5EF4-FFF2-40B4-BE49-F238E27FC236}">
                    <a16:creationId xmlns:a16="http://schemas.microsoft.com/office/drawing/2014/main" id="{731DC170-FB16-45F8-B62C-DCAB2B9AC31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72419" y="5079562"/>
                <a:ext cx="2019299" cy="999451"/>
              </a:xfrm>
              <a:prstGeom prst="rect">
                <a:avLst/>
              </a:prstGeom>
            </p:spPr>
          </p:pic>
          <p:pic>
            <p:nvPicPr>
              <p:cNvPr id="36" name="Graphic 35">
                <a:extLst>
                  <a:ext uri="{FF2B5EF4-FFF2-40B4-BE49-F238E27FC236}">
                    <a16:creationId xmlns:a16="http://schemas.microsoft.com/office/drawing/2014/main" id="{6529D2A7-ABB3-4E2D-88CA-F813997011F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p:blipFill>
            <p:spPr>
              <a:xfrm rot="10800000">
                <a:off x="8137489" y="-12136"/>
                <a:ext cx="2029968" cy="2029968"/>
              </a:xfrm>
              <a:prstGeom prst="rect">
                <a:avLst/>
              </a:prstGeom>
            </p:spPr>
          </p:pic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DB6750E-735F-4906-8BCA-E0BD4F029617}"/>
                  </a:ext>
                </a:extLst>
              </p:cNvPr>
              <p:cNvSpPr/>
              <p:nvPr userDrawn="1"/>
            </p:nvSpPr>
            <p:spPr>
              <a:xfrm>
                <a:off x="10162032" y="6020759"/>
                <a:ext cx="2029968" cy="83724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8" name="Graphic 37">
                <a:extLst>
                  <a:ext uri="{FF2B5EF4-FFF2-40B4-BE49-F238E27FC236}">
                    <a16:creationId xmlns:a16="http://schemas.microsoft.com/office/drawing/2014/main" id="{051ECE99-ACA6-46AF-98D5-81FBD3F834A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>
                <a:off x="8138160" y="4863676"/>
                <a:ext cx="2029968" cy="1997992"/>
              </a:xfrm>
              <a:prstGeom prst="rect">
                <a:avLst/>
              </a:prstGeom>
            </p:spPr>
          </p:pic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A847BA4-24DF-47BE-BE28-02415C2A2D3C}"/>
                  </a:ext>
                </a:extLst>
              </p:cNvPr>
              <p:cNvGrpSpPr/>
              <p:nvPr userDrawn="1"/>
            </p:nvGrpSpPr>
            <p:grpSpPr>
              <a:xfrm>
                <a:off x="8227718" y="2092719"/>
                <a:ext cx="1920240" cy="1920240"/>
                <a:chOff x="5361924" y="7472790"/>
                <a:chExt cx="1828800" cy="1828800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882CC485-8A14-4767-80E8-8FB0A9991D2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61924" y="7472790"/>
                  <a:chExt cx="1828800" cy="1828800"/>
                </a:xfrm>
              </p:grpSpPr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E119FAB2-4AF3-4EC9-98C6-E69760D0281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61924" y="7472790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E2A21525-E952-4F39-A9B2-2CA7C5B14B8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388428" y="7173291"/>
                      <a:chExt cx="1828800" cy="1828800"/>
                    </a:xfrm>
                  </p:grpSpPr>
                  <p:grpSp>
                    <p:nvGrpSpPr>
                      <p:cNvPr id="51" name="Group 50">
                        <a:extLst>
                          <a:ext uri="{FF2B5EF4-FFF2-40B4-BE49-F238E27FC236}">
                            <a16:creationId xmlns:a16="http://schemas.microsoft.com/office/drawing/2014/main" id="{53BFFD34-0142-4185-8790-1D792CB2F5DD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388428" y="7173291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3" name="Group 52">
                          <a:extLst>
                            <a:ext uri="{FF2B5EF4-FFF2-40B4-BE49-F238E27FC236}">
                              <a16:creationId xmlns:a16="http://schemas.microsoft.com/office/drawing/2014/main" id="{00D3FC75-8C07-4B5B-A025-3CCC5DC458D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5" name="Group 54">
                            <a:extLst>
                              <a:ext uri="{FF2B5EF4-FFF2-40B4-BE49-F238E27FC236}">
                                <a16:creationId xmlns:a16="http://schemas.microsoft.com/office/drawing/2014/main" id="{393D2F91-0E6A-4541-843C-1FC0CC2A024A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grpSp>
                          <p:nvGrpSpPr>
                            <p:cNvPr id="57" name="Group 56">
                              <a:extLst>
                                <a:ext uri="{FF2B5EF4-FFF2-40B4-BE49-F238E27FC236}">
                                  <a16:creationId xmlns:a16="http://schemas.microsoft.com/office/drawing/2014/main" id="{7C9F80E2-6A88-44DC-B048-7178CAA61DAF}"/>
                                </a:ext>
                              </a:extLst>
                            </p:cNvPr>
                            <p:cNvGrpSpPr/>
                            <p:nvPr userDrawn="1"/>
                          </p:nvGrpSpPr>
                          <p:grpSpPr>
                            <a:xfrm>
                              <a:off x="5579044" y="7049770"/>
                              <a:ext cx="1828800" cy="1828800"/>
                              <a:chOff x="5579044" y="7049770"/>
                              <a:chExt cx="1828800" cy="1828800"/>
                            </a:xfrm>
                          </p:grpSpPr>
                          <p:sp>
                            <p:nvSpPr>
                              <p:cNvPr id="59" name="Oval 58">
                                <a:extLst>
                                  <a:ext uri="{FF2B5EF4-FFF2-40B4-BE49-F238E27FC236}">
                                    <a16:creationId xmlns:a16="http://schemas.microsoft.com/office/drawing/2014/main" id="{1D9D5420-70BE-477D-A17F-A86F19AD3FAC}"/>
                                  </a:ext>
                                </a:extLst>
                              </p:cNvPr>
                              <p:cNvSpPr/>
                              <p:nvPr userDrawn="1"/>
                            </p:nvSpPr>
                            <p:spPr>
                              <a:xfrm>
                                <a:off x="5579044" y="7049770"/>
                                <a:ext cx="1828800" cy="1828800"/>
                              </a:xfrm>
                              <a:prstGeom prst="ellipse">
                                <a:avLst/>
                              </a:prstGeom>
                              <a:noFill/>
                              <a:ln w="25400">
                                <a:solidFill>
                                  <a:schemeClr val="accent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r>
                                  <a:rPr lang="en-US" dirty="0"/>
                                  <a:t> </a:t>
                                </a:r>
                              </a:p>
                            </p:txBody>
                          </p:sp>
                          <p:sp>
                            <p:nvSpPr>
                              <p:cNvPr id="60" name="Oval 59">
                                <a:extLst>
                                  <a:ext uri="{FF2B5EF4-FFF2-40B4-BE49-F238E27FC236}">
                                    <a16:creationId xmlns:a16="http://schemas.microsoft.com/office/drawing/2014/main" id="{0BBACECF-9AE7-40B5-90D0-AE2CF1FBE0BD}"/>
                                  </a:ext>
                                </a:extLst>
                              </p:cNvPr>
                              <p:cNvSpPr/>
                              <p:nvPr userDrawn="1"/>
                            </p:nvSpPr>
                            <p:spPr>
                              <a:xfrm>
                                <a:off x="5647624" y="7118350"/>
                                <a:ext cx="1691640" cy="1691640"/>
                              </a:xfrm>
                              <a:prstGeom prst="ellipse">
                                <a:avLst/>
                              </a:prstGeom>
                              <a:noFill/>
                              <a:ln w="25400">
                                <a:solidFill>
                                  <a:schemeClr val="accent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r>
                                  <a:rPr lang="en-US" dirty="0"/>
                                  <a:t> 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58" name="Oval 57">
                              <a:extLst>
                                <a:ext uri="{FF2B5EF4-FFF2-40B4-BE49-F238E27FC236}">
                                  <a16:creationId xmlns:a16="http://schemas.microsoft.com/office/drawing/2014/main" id="{1A76BEA0-888E-41CD-9B30-B128A39F781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716204" y="7186930"/>
                              <a:ext cx="1554480" cy="155448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6" name="Oval 55">
                            <a:extLst>
                              <a:ext uri="{FF2B5EF4-FFF2-40B4-BE49-F238E27FC236}">
                                <a16:creationId xmlns:a16="http://schemas.microsoft.com/office/drawing/2014/main" id="{2EA36045-2F1D-402B-A951-B9957D5C145A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84784" y="7255510"/>
                            <a:ext cx="1417320" cy="141732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4" name="Oval 53">
                          <a:extLst>
                            <a:ext uri="{FF2B5EF4-FFF2-40B4-BE49-F238E27FC236}">
                              <a16:creationId xmlns:a16="http://schemas.microsoft.com/office/drawing/2014/main" id="{AAF58CB3-363E-4156-8148-52E0B9CB634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853364" y="7324090"/>
                          <a:ext cx="1280160" cy="128016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BDC4E05B-A602-483A-B19B-B907358D4629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731328" y="7516191"/>
                        <a:ext cx="1143000" cy="114300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0" name="Oval 49">
                      <a:extLst>
                        <a:ext uri="{FF2B5EF4-FFF2-40B4-BE49-F238E27FC236}">
                          <a16:creationId xmlns:a16="http://schemas.microsoft.com/office/drawing/2014/main" id="{55AC54D8-2C27-49A7-B1CE-C865E629499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99908" y="7584771"/>
                      <a:ext cx="1005840" cy="100584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C9753262-9BA1-4716-B4B5-AAFE232A72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841984" y="7952850"/>
                    <a:ext cx="868680" cy="86868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5B2AD932-98DF-4DA1-B19E-E38A4DD270F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910564" y="8021430"/>
                    <a:ext cx="731520" cy="73152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DE13C879-BB42-4F2C-9413-A1322DE5880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979144" y="8090010"/>
                    <a:ext cx="594360" cy="59436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28B4D2F2-9DD5-4B23-A2F2-7DBEE9E61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047724" y="8158590"/>
                    <a:ext cx="457200" cy="45720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C1A2F663-A8A7-4337-9C39-489B4C4571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116304" y="8227170"/>
                    <a:ext cx="320040" cy="3200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1609761D-150A-4DE0-9604-CC3953C108D0}"/>
                    </a:ext>
                  </a:extLst>
                </p:cNvPr>
                <p:cNvSpPr/>
                <p:nvPr userDrawn="1"/>
              </p:nvSpPr>
              <p:spPr>
                <a:xfrm>
                  <a:off x="6184884" y="8295750"/>
                  <a:ext cx="182880" cy="1828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189D1C-85ED-4EF1-A384-7C4590ED50FD}"/>
                  </a:ext>
                </a:extLst>
              </p:cNvPr>
              <p:cNvSpPr/>
              <p:nvPr userDrawn="1"/>
            </p:nvSpPr>
            <p:spPr>
              <a:xfrm>
                <a:off x="8138160" y="4045868"/>
                <a:ext cx="2029968" cy="82296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45306C5-E470-4A93-9C9F-5D066F760D16}"/>
                  </a:ext>
                </a:extLst>
              </p:cNvPr>
              <p:cNvSpPr/>
              <p:nvPr userDrawn="1"/>
            </p:nvSpPr>
            <p:spPr>
              <a:xfrm>
                <a:off x="8138160" y="2028241"/>
                <a:ext cx="1014984" cy="2011680"/>
              </a:xfrm>
              <a:custGeom>
                <a:avLst/>
                <a:gdLst>
                  <a:gd name="connsiteX0" fmla="*/ 1248 w 915648"/>
                  <a:gd name="connsiteY0" fmla="*/ 0 h 1828800"/>
                  <a:gd name="connsiteX1" fmla="*/ 915648 w 915648"/>
                  <a:gd name="connsiteY1" fmla="*/ 914400 h 1828800"/>
                  <a:gd name="connsiteX2" fmla="*/ 1248 w 915648"/>
                  <a:gd name="connsiteY2" fmla="*/ 1828800 h 1828800"/>
                  <a:gd name="connsiteX3" fmla="*/ 0 w 915648"/>
                  <a:gd name="connsiteY3" fmla="*/ 1828737 h 1828800"/>
                  <a:gd name="connsiteX4" fmla="*/ 0 w 915648"/>
                  <a:gd name="connsiteY4" fmla="*/ 63 h 1828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5648" h="1828800">
                    <a:moveTo>
                      <a:pt x="1248" y="0"/>
                    </a:moveTo>
                    <a:cubicBezTo>
                      <a:pt x="506257" y="0"/>
                      <a:pt x="915648" y="409391"/>
                      <a:pt x="915648" y="914400"/>
                    </a:cubicBezTo>
                    <a:cubicBezTo>
                      <a:pt x="915648" y="1419409"/>
                      <a:pt x="506257" y="1828800"/>
                      <a:pt x="1248" y="1828800"/>
                    </a:cubicBezTo>
                    <a:lnTo>
                      <a:pt x="0" y="1828737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31C374B-40F2-4B1E-A9D8-6E5C932FF17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094267" y="2005958"/>
                <a:ext cx="3017520" cy="70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1C668341-39BE-4448-B29D-2594AE6D75C2}"/>
                  </a:ext>
                </a:extLst>
              </p:cNvPr>
              <p:cNvSpPr/>
              <p:nvPr userDrawn="1"/>
            </p:nvSpPr>
            <p:spPr>
              <a:xfrm>
                <a:off x="11051006" y="1868129"/>
                <a:ext cx="274320" cy="27432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Text Placeholder 9">
            <a:extLst>
              <a:ext uri="{FF2B5EF4-FFF2-40B4-BE49-F238E27FC236}">
                <a16:creationId xmlns:a16="http://schemas.microsoft.com/office/drawing/2014/main" id="{DEE368EA-C32D-4066-8292-11EB5B67AB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084832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CA33B9-D0BA-4ED1-B10C-9961E1B54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0" name="Text Placeholder 9">
            <a:extLst>
              <a:ext uri="{FF2B5EF4-FFF2-40B4-BE49-F238E27FC236}">
                <a16:creationId xmlns:a16="http://schemas.microsoft.com/office/drawing/2014/main" id="{C3E5ADF3-741C-452B-9B49-005E753E6E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8277" y="2084832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2C541281-49BC-4F14-B167-DE14FE3A62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8277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3" name="Text Placeholder 9">
            <a:extLst>
              <a:ext uri="{FF2B5EF4-FFF2-40B4-BE49-F238E27FC236}">
                <a16:creationId xmlns:a16="http://schemas.microsoft.com/office/drawing/2014/main" id="{3B7B080D-47B1-4B65-8638-AD5E3240ED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400" y="3840480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1" name="Text Placeholder 9">
            <a:extLst>
              <a:ext uri="{FF2B5EF4-FFF2-40B4-BE49-F238E27FC236}">
                <a16:creationId xmlns:a16="http://schemas.microsoft.com/office/drawing/2014/main" id="{AA51BCEC-2845-4DF6-8F9A-2B163EC16D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240237"/>
            <a:ext cx="3200400" cy="114300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5B98F8C8-0931-4E43-ABDE-8A700DD269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38277" y="3840480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126E196B-9448-4FBE-A134-65735F8ED9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38277" y="4240237"/>
            <a:ext cx="3200400" cy="114300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5" name="Date Placeholder 3">
            <a:extLst>
              <a:ext uri="{FF2B5EF4-FFF2-40B4-BE49-F238E27FC236}">
                <a16:creationId xmlns:a16="http://schemas.microsoft.com/office/drawing/2014/main" id="{405B8744-A7AF-461F-9103-708D9BFE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5080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6" name="Footer Placeholder 4">
            <a:extLst>
              <a:ext uri="{FF2B5EF4-FFF2-40B4-BE49-F238E27FC236}">
                <a16:creationId xmlns:a16="http://schemas.microsoft.com/office/drawing/2014/main" id="{C902A11D-5CD4-4561-882F-26EA89AD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7" name="Slide Number Placeholder 5">
            <a:extLst>
              <a:ext uri="{FF2B5EF4-FFF2-40B4-BE49-F238E27FC236}">
                <a16:creationId xmlns:a16="http://schemas.microsoft.com/office/drawing/2014/main" id="{F0739A04-E734-4FCE-954E-0C4FB1A4C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404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7795"/>
            <a:ext cx="6800850" cy="1954855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A0B6D-2930-4680-77F4-DB951282EE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399" y="2206377"/>
            <a:ext cx="6800849" cy="386513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491DC2-7EDD-588A-A77D-67C9C40E3D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60CB87F-75C1-C51C-3B9A-83E26EABCE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-4303"/>
            <a:ext cx="9279731" cy="6862303"/>
            <a:chOff x="0" y="-4303"/>
            <a:chExt cx="9279731" cy="686230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2029040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>
              <a:off x="0" y="4056331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FF8CD3D-0C64-4277-97B2-200B96EE22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5400000">
              <a:off x="0" y="4069288"/>
              <a:ext cx="2029968" cy="2029968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 rot="10800000">
              <a:off x="2027141" y="-4303"/>
              <a:ext cx="2029968" cy="2029968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C9BCCD2C-CC79-48FF-A486-98ECEAC479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0" y="0"/>
              <a:ext cx="2029968" cy="2029968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3CEE5D2-51CF-4C1A-9AF9-A5B47F445229}"/>
                </a:ext>
              </a:extLst>
            </p:cNvPr>
            <p:cNvSpPr/>
            <p:nvPr userDrawn="1"/>
          </p:nvSpPr>
          <p:spPr>
            <a:xfrm>
              <a:off x="0" y="6098433"/>
              <a:ext cx="2029968" cy="75956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276EF4-F1D1-402C-B97B-0FC1233B73CD}"/>
                </a:ext>
              </a:extLst>
            </p:cNvPr>
            <p:cNvSpPr/>
            <p:nvPr userDrawn="1"/>
          </p:nvSpPr>
          <p:spPr>
            <a:xfrm flipH="1">
              <a:off x="0" y="2027186"/>
              <a:ext cx="2032942" cy="20299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3D46E3B0-0F8F-4E75-AD2A-BF3A1C38F037}"/>
                </a:ext>
              </a:extLst>
            </p:cNvPr>
            <p:cNvGrpSpPr/>
            <p:nvPr userDrawn="1"/>
          </p:nvGrpSpPr>
          <p:grpSpPr>
            <a:xfrm>
              <a:off x="23853" y="2069719"/>
              <a:ext cx="1965960" cy="1965960"/>
              <a:chOff x="5361924" y="7472790"/>
              <a:chExt cx="1828800" cy="1828800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B53A840E-AAAC-4D05-88B2-8B4C8FD1EB81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C1BCB15-E86F-40CB-912C-0693B61651B5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47" name="Group 146">
                    <a:extLst>
                      <a:ext uri="{FF2B5EF4-FFF2-40B4-BE49-F238E27FC236}">
                        <a16:creationId xmlns:a16="http://schemas.microsoft.com/office/drawing/2014/main" id="{5B5D7ECD-062C-480C-A3E0-D2E37B0077A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49" name="Group 148">
                      <a:extLst>
                        <a:ext uri="{FF2B5EF4-FFF2-40B4-BE49-F238E27FC236}">
                          <a16:creationId xmlns:a16="http://schemas.microsoft.com/office/drawing/2014/main" id="{CCCE649A-9FBD-4E7D-921B-CA0C2263A341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51" name="Group 150">
                        <a:extLst>
                          <a:ext uri="{FF2B5EF4-FFF2-40B4-BE49-F238E27FC236}">
                            <a16:creationId xmlns:a16="http://schemas.microsoft.com/office/drawing/2014/main" id="{992A05A5-83FF-4AE4-B0EF-FE1964334873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53" name="Group 152">
                          <a:extLst>
                            <a:ext uri="{FF2B5EF4-FFF2-40B4-BE49-F238E27FC236}">
                              <a16:creationId xmlns:a16="http://schemas.microsoft.com/office/drawing/2014/main" id="{D56D5269-FA99-4E96-A20D-0DE0E3856751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55" name="Group 154">
                            <a:extLst>
                              <a:ext uri="{FF2B5EF4-FFF2-40B4-BE49-F238E27FC236}">
                                <a16:creationId xmlns:a16="http://schemas.microsoft.com/office/drawing/2014/main" id="{87498AF2-DD8D-4309-8328-2E756E3C44E8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57" name="Oval 156">
                              <a:extLst>
                                <a:ext uri="{FF2B5EF4-FFF2-40B4-BE49-F238E27FC236}">
                                  <a16:creationId xmlns:a16="http://schemas.microsoft.com/office/drawing/2014/main" id="{ACC35BE0-4D6C-4986-AD7D-BD7C1E25B83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58" name="Oval 157">
                              <a:extLst>
                                <a:ext uri="{FF2B5EF4-FFF2-40B4-BE49-F238E27FC236}">
                                  <a16:creationId xmlns:a16="http://schemas.microsoft.com/office/drawing/2014/main" id="{7B9715F0-8B83-459F-9ABA-77381FF568D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56" name="Oval 155">
                            <a:extLst>
                              <a:ext uri="{FF2B5EF4-FFF2-40B4-BE49-F238E27FC236}">
                                <a16:creationId xmlns:a16="http://schemas.microsoft.com/office/drawing/2014/main" id="{27230BAF-E9FF-4746-8F48-B39560E1B202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5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54" name="Oval 153">
                          <a:extLst>
                            <a:ext uri="{FF2B5EF4-FFF2-40B4-BE49-F238E27FC236}">
                              <a16:creationId xmlns:a16="http://schemas.microsoft.com/office/drawing/2014/main" id="{1085FE6C-E5E9-494C-8FA8-625B1312B9A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5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52" name="Oval 151">
                        <a:extLst>
                          <a:ext uri="{FF2B5EF4-FFF2-40B4-BE49-F238E27FC236}">
                            <a16:creationId xmlns:a16="http://schemas.microsoft.com/office/drawing/2014/main" id="{B8D77279-E4F6-4D92-9B0B-8D62F9FE1E8F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50" name="Oval 149">
                      <a:extLst>
                        <a:ext uri="{FF2B5EF4-FFF2-40B4-BE49-F238E27FC236}">
                          <a16:creationId xmlns:a16="http://schemas.microsoft.com/office/drawing/2014/main" id="{E74AC325-3B12-4159-8AED-4E3E710DAEE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48" name="Oval 147">
                    <a:extLst>
                      <a:ext uri="{FF2B5EF4-FFF2-40B4-BE49-F238E27FC236}">
                        <a16:creationId xmlns:a16="http://schemas.microsoft.com/office/drawing/2014/main" id="{EC1B4FD8-2FC5-40DA-8440-4040785508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DDE43C9A-47FE-47FA-B683-4BEFC34DFA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D323EF77-802B-4532-87E0-12D961E906AE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5845FD57-5942-47C9-B349-B3937BE5A454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7C426FE0-2810-40DD-934D-F291980CBDE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97A62AD5-3E4C-4375-A938-C7DC05A7F250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2264E16F-857A-4567-9C09-01F8BA03FE22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3657794-F7A3-4030-9C54-38517D2C6C61}"/>
                </a:ext>
              </a:extLst>
            </p:cNvPr>
            <p:cNvSpPr/>
            <p:nvPr userDrawn="1"/>
          </p:nvSpPr>
          <p:spPr>
            <a:xfrm>
              <a:off x="0" y="2025665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2033943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202996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6101628" y="4053385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4068239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4064220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4058754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 rot="5400000">
              <a:off x="4074136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1592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2034619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2537077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4058844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5868264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  <a:stCxn id="38" idx="4"/>
            </p:cNvCxnSpPr>
            <p:nvPr userDrawn="1"/>
          </p:nvCxnSpPr>
          <p:spPr>
            <a:xfrm flipV="1">
              <a:off x="0" y="1991841"/>
              <a:ext cx="5931799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5937" y="142874"/>
            <a:ext cx="5099392" cy="4914973"/>
          </a:xfrm>
        </p:spPr>
        <p:txBody>
          <a:bodyPr anchor="ctr" anchorCtr="0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2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layout with ic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F4AB913-E6BC-42AA-956F-BE8B54570B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C870B4-B099-4311-A8C7-2C72CD4D74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BFE83D-371B-498A-B5E9-3479732886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9866C73-B970-43C4-A474-D1203C4A33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0C1F8BB-C13B-4B90-91D2-C95CB1363F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66F531E-E93E-4E5C-9674-1B9C610CDF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E3AD939-EB0C-4B1E-9A4E-04D6BE504D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0C939296-0EC5-4504-B10B-2AA1A2F60A9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480" y="192024"/>
            <a:ext cx="9713765" cy="1731540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695B89C-ED4D-97EB-CDA4-74327E70B26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469641" y="2269334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2AD81DC-207F-4541-B02D-802D3D5B28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55241" y="3366741"/>
            <a:ext cx="2743200" cy="457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555241" y="3901419"/>
            <a:ext cx="2743200" cy="2103120"/>
          </a:xfrm>
        </p:spPr>
        <p:txBody>
          <a:bodyPr>
            <a:normAutofit/>
          </a:bodyPr>
          <a:lstStyle>
            <a:lvl1pPr marL="0" indent="0" algn="ctr">
              <a:lnSpc>
                <a:spcPts val="2000"/>
              </a:lnSpc>
              <a:buNone/>
              <a:defRPr sz="1600"/>
            </a:lvl1pPr>
            <a:lvl2pPr marL="457200" indent="0" algn="ctr">
              <a:lnSpc>
                <a:spcPts val="2000"/>
              </a:lnSpc>
              <a:buNone/>
              <a:defRPr sz="1600"/>
            </a:lvl2pPr>
            <a:lvl3pPr marL="914400" indent="0" algn="ctr">
              <a:lnSpc>
                <a:spcPts val="2000"/>
              </a:lnSpc>
              <a:buNone/>
              <a:defRPr sz="1600"/>
            </a:lvl3pPr>
            <a:lvl4pPr marL="1371600" indent="0" algn="ctr">
              <a:lnSpc>
                <a:spcPts val="2000"/>
              </a:lnSpc>
              <a:buNone/>
              <a:defRPr sz="1600"/>
            </a:lvl4pPr>
            <a:lvl5pPr marL="1828800" indent="0" algn="ctr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6F9B84E-B1E9-DB51-2516-1AA4137D0F1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954162" y="2269334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3E526C-A314-4221-BF6F-A27491DFB8F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46530" y="3359890"/>
            <a:ext cx="2743200" cy="457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BF0048-EF4E-483F-8467-041ED0818280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046530" y="3894568"/>
            <a:ext cx="2743200" cy="2103120"/>
          </a:xfrm>
        </p:spPr>
        <p:txBody>
          <a:bodyPr>
            <a:normAutofit/>
          </a:bodyPr>
          <a:lstStyle>
            <a:lvl1pPr marL="0" indent="0" algn="ctr">
              <a:lnSpc>
                <a:spcPts val="2000"/>
              </a:lnSpc>
              <a:buNone/>
              <a:defRPr sz="1600"/>
            </a:lvl1pPr>
            <a:lvl2pPr marL="457200" indent="0" algn="ctr">
              <a:lnSpc>
                <a:spcPts val="2000"/>
              </a:lnSpc>
              <a:buNone/>
              <a:defRPr sz="1600"/>
            </a:lvl2pPr>
            <a:lvl3pPr marL="914400" indent="0" algn="ctr">
              <a:lnSpc>
                <a:spcPts val="2000"/>
              </a:lnSpc>
              <a:buNone/>
              <a:defRPr sz="1600"/>
            </a:lvl3pPr>
            <a:lvl4pPr marL="1371600" indent="0" algn="ctr">
              <a:lnSpc>
                <a:spcPts val="2000"/>
              </a:lnSpc>
              <a:buNone/>
              <a:defRPr sz="1600"/>
            </a:lvl4pPr>
            <a:lvl5pPr marL="1828800" indent="0" algn="ctr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12CE71C8-6AD4-74F6-747D-69943D425D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439445" y="2269334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289E8E-D34A-4BA8-A21D-2D40A211CB9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525045" y="3364836"/>
            <a:ext cx="2743200" cy="457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525045" y="3901419"/>
            <a:ext cx="2743200" cy="2103120"/>
          </a:xfrm>
        </p:spPr>
        <p:txBody>
          <a:bodyPr>
            <a:normAutofit/>
          </a:bodyPr>
          <a:lstStyle>
            <a:lvl1pPr marL="0" indent="0" algn="ctr">
              <a:lnSpc>
                <a:spcPts val="2000"/>
              </a:lnSpc>
              <a:buNone/>
              <a:defRPr sz="1600"/>
            </a:lvl1pPr>
            <a:lvl2pPr marL="457200" indent="0" algn="ctr">
              <a:lnSpc>
                <a:spcPts val="2000"/>
              </a:lnSpc>
              <a:buNone/>
              <a:defRPr sz="1600"/>
            </a:lvl2pPr>
            <a:lvl3pPr marL="914400" indent="0" algn="ctr">
              <a:lnSpc>
                <a:spcPts val="2000"/>
              </a:lnSpc>
              <a:buNone/>
              <a:defRPr sz="1600"/>
            </a:lvl3pPr>
            <a:lvl4pPr marL="1371600" indent="0" algn="ctr">
              <a:lnSpc>
                <a:spcPts val="2000"/>
              </a:lnSpc>
              <a:buNone/>
              <a:defRPr sz="1600"/>
            </a:lvl4pPr>
            <a:lvl5pPr marL="1828800" indent="0" algn="ctr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834AD064-B2F1-4462-89CD-E6E2F6B06E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201E0480-817D-41A9-8CC8-A0AFF1B9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01D21600-5A92-452F-96FB-F6BC365A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32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1529D7C-E220-400B-93DB-76E3FF912E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0"/>
            <a:ext cx="2160614" cy="6858000"/>
            <a:chOff x="0" y="0"/>
            <a:chExt cx="2160614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0800000">
              <a:off x="0" y="13172"/>
              <a:ext cx="2029968" cy="2029968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0" y="4828032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837D25D-BADF-40E0-B7F9-1288B53AA656}"/>
                </a:ext>
              </a:extLst>
            </p:cNvPr>
            <p:cNvSpPr/>
            <p:nvPr userDrawn="1"/>
          </p:nvSpPr>
          <p:spPr>
            <a:xfrm flipH="1">
              <a:off x="0" y="1995685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56351" y="206456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0" y="4022308"/>
              <a:ext cx="2033751" cy="8057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0" y="2065206"/>
              <a:ext cx="1014984" cy="192024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  <a:endCxn id="64" idx="6"/>
            </p:cNvCxnSpPr>
            <p:nvPr userDrawn="1"/>
          </p:nvCxnSpPr>
          <p:spPr>
            <a:xfrm>
              <a:off x="0" y="2008397"/>
              <a:ext cx="2160614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886294" y="1871237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4952" y="72517"/>
            <a:ext cx="8232648" cy="1970624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7FB5CF9E-DFF1-49F6-9EF8-EDA1F1E293C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044952" y="2423160"/>
            <a:ext cx="2468880" cy="45720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828A1-5E2B-4E4E-A1F7-2C356780F5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48000" y="2924673"/>
            <a:ext cx="2468880" cy="2743200"/>
          </a:xfrm>
        </p:spPr>
        <p:txBody>
          <a:bodyPr>
            <a:normAutofit/>
          </a:bodyPr>
          <a:lstStyle>
            <a:lvl1pPr marL="285750" indent="-28575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6B7FC992-8079-42D9-8481-2B5075C195E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926836" y="2423160"/>
            <a:ext cx="2468880" cy="45720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7B255ED8-3C11-4BF0-B064-0623B23B0B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26836" y="2924673"/>
            <a:ext cx="2468880" cy="2743200"/>
          </a:xfrm>
        </p:spPr>
        <p:txBody>
          <a:bodyPr>
            <a:normAutofit/>
          </a:bodyPr>
          <a:lstStyle>
            <a:lvl1pPr marL="285750" indent="-28575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CE356C04-FB22-4541-9D39-D5C0676F66B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808720" y="2423160"/>
            <a:ext cx="2468880" cy="45720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81" name="Text Placeholder 3">
            <a:extLst>
              <a:ext uri="{FF2B5EF4-FFF2-40B4-BE49-F238E27FC236}">
                <a16:creationId xmlns:a16="http://schemas.microsoft.com/office/drawing/2014/main" id="{BA0F0565-F3E0-4B3E-A99B-282A623653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8720" y="2924673"/>
            <a:ext cx="2468880" cy="2743200"/>
          </a:xfrm>
        </p:spPr>
        <p:txBody>
          <a:bodyPr>
            <a:normAutofit/>
          </a:bodyPr>
          <a:lstStyle>
            <a:lvl1pPr marL="285750" indent="-28575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4952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9763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1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955" y="192023"/>
            <a:ext cx="9961540" cy="1837840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785225-FC1B-45E9-82D0-A13EF8F061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8955" y="2176055"/>
            <a:ext cx="2489406" cy="7858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6833738-63D7-4DAA-92B0-C4286C4F83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89703" y="2682943"/>
            <a:ext cx="7090791" cy="9418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0F3FFA0-BD69-4D83-ABB7-496D4AF91A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18955" y="3437927"/>
            <a:ext cx="2489406" cy="7858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EAF6FAB7-3D8F-43EF-801E-D9E6948A84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89703" y="3963103"/>
            <a:ext cx="7090791" cy="9418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49AF8CA2-03BC-4B43-978A-2B68EABFDC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18955" y="4741533"/>
            <a:ext cx="2489406" cy="7858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3A498D1-E978-4C02-8712-EA7A16D15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9703" y="5215831"/>
            <a:ext cx="7090791" cy="9418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139"/>
            <a:ext cx="9246624" cy="1493821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2AD81DC-207F-4541-B02D-802D3D5B28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2074398"/>
            <a:ext cx="4297679" cy="455295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14400" y="264033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289E8E-D34A-4BA8-A21D-2D40A211CB9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864487" y="2072493"/>
            <a:ext cx="4297680" cy="4572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63344" y="264033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etition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4621"/>
            <a:ext cx="10515600" cy="1416726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ZA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F9EB7E7-72B3-4FD3-B153-815A53CB1B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0771" y="3383280"/>
            <a:ext cx="1980000" cy="365760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CD52AD9-4495-432B-B01C-26AAF0EAA8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1896" y="2355182"/>
            <a:ext cx="1980000" cy="365760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3E8F54F-C5BD-4FE6-BB69-FEC69BC0FD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64750" y="4933275"/>
            <a:ext cx="1980000" cy="365760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39AE34A-A4BE-43AA-9A69-9A18D5FC53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870" y="3383280"/>
            <a:ext cx="1980000" cy="365760"/>
          </a:xfrm>
        </p:spPr>
        <p:txBody>
          <a:bodyPr anchor="ctr" anchorCtr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FBF4C06-0880-4F64-AC8F-328C5513CD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0800000">
            <a:off x="11177016" y="0"/>
            <a:ext cx="1014984" cy="101498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56531B-7079-455E-BCF7-DB094C3312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1066800" y="3771900"/>
            <a:ext cx="10058400" cy="0"/>
          </a:xfrm>
          <a:prstGeom prst="line">
            <a:avLst/>
          </a:prstGeom>
          <a:ln w="38100" cap="sq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1F2D70-0FC3-41BD-9F38-7F41F01349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6254750" y="2743200"/>
            <a:ext cx="0" cy="206692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7210727-8680-449A-9AC7-094F823C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C53C0381-DF18-4C74-B221-47035650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6338C9D5-18F2-4E98-9B4B-F691BC24D0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500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CBECFE1-9F80-4EFE-9699-3A240475EE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-193623" y="-983359"/>
            <a:ext cx="5242592" cy="7843456"/>
            <a:chOff x="-193623" y="-983359"/>
            <a:chExt cx="5242592" cy="7843456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8097646">
              <a:off x="1569916" y="-983359"/>
              <a:ext cx="2029968" cy="202996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B73C61F-3D48-4791-8280-D98D2C01E0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 rot="13489227">
              <a:off x="3019001" y="3357927"/>
              <a:ext cx="2029968" cy="2029968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5E36EA0-9B77-4A31-A56A-93DEC2F87C2C}"/>
                </a:ext>
              </a:extLst>
            </p:cNvPr>
            <p:cNvGrpSpPr/>
            <p:nvPr userDrawn="1"/>
          </p:nvGrpSpPr>
          <p:grpSpPr>
            <a:xfrm>
              <a:off x="-193623" y="458228"/>
              <a:ext cx="4229571" cy="6401869"/>
              <a:chOff x="-193623" y="458228"/>
              <a:chExt cx="4229571" cy="6401869"/>
            </a:xfrm>
          </p:grpSpPr>
          <p:sp>
            <p:nvSpPr>
              <p:cNvPr id="8" name="Rectangle 23">
                <a:extLst>
                  <a:ext uri="{FF2B5EF4-FFF2-40B4-BE49-F238E27FC236}">
                    <a16:creationId xmlns:a16="http://schemas.microsoft.com/office/drawing/2014/main" id="{F5ED01E4-35BF-4165-86B2-E3BDFD91DEE3}"/>
                  </a:ext>
                </a:extLst>
              </p:cNvPr>
              <p:cNvSpPr/>
              <p:nvPr userDrawn="1"/>
            </p:nvSpPr>
            <p:spPr>
              <a:xfrm rot="13508190">
                <a:off x="141725" y="458228"/>
                <a:ext cx="2029968" cy="2029968"/>
              </a:xfrm>
              <a:custGeom>
                <a:avLst/>
                <a:gdLst>
                  <a:gd name="connsiteX0" fmla="*/ 0 w 2029968"/>
                  <a:gd name="connsiteY0" fmla="*/ 0 h 2029968"/>
                  <a:gd name="connsiteX1" fmla="*/ 2029968 w 2029968"/>
                  <a:gd name="connsiteY1" fmla="*/ 0 h 2029968"/>
                  <a:gd name="connsiteX2" fmla="*/ 2029968 w 2029968"/>
                  <a:gd name="connsiteY2" fmla="*/ 2029968 h 2029968"/>
                  <a:gd name="connsiteX3" fmla="*/ 0 w 2029968"/>
                  <a:gd name="connsiteY3" fmla="*/ 2029968 h 2029968"/>
                  <a:gd name="connsiteX4" fmla="*/ 0 w 2029968"/>
                  <a:gd name="connsiteY4" fmla="*/ 0 h 2029968"/>
                  <a:gd name="connsiteX0" fmla="*/ 0 w 2029968"/>
                  <a:gd name="connsiteY0" fmla="*/ 0 h 2029968"/>
                  <a:gd name="connsiteX1" fmla="*/ 2029968 w 2029968"/>
                  <a:gd name="connsiteY1" fmla="*/ 2029968 h 2029968"/>
                  <a:gd name="connsiteX2" fmla="*/ 0 w 2029968"/>
                  <a:gd name="connsiteY2" fmla="*/ 2029968 h 2029968"/>
                  <a:gd name="connsiteX3" fmla="*/ 0 w 2029968"/>
                  <a:gd name="connsiteY3" fmla="*/ 0 h 2029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9968" h="2029968">
                    <a:moveTo>
                      <a:pt x="0" y="0"/>
                    </a:moveTo>
                    <a:lnTo>
                      <a:pt x="2029968" y="2029968"/>
                    </a:lnTo>
                    <a:lnTo>
                      <a:pt x="0" y="20299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B7E6DD28-C71B-4484-973A-D12A2773000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 rot="18902533">
                <a:off x="1574706" y="1900474"/>
                <a:ext cx="2029968" cy="2029968"/>
              </a:xfrm>
              <a:prstGeom prst="rect">
                <a:avLst/>
              </a:prstGeom>
            </p:spPr>
          </p:pic>
          <p:sp>
            <p:nvSpPr>
              <p:cNvPr id="11" name="Rectangle 23">
                <a:extLst>
                  <a:ext uri="{FF2B5EF4-FFF2-40B4-BE49-F238E27FC236}">
                    <a16:creationId xmlns:a16="http://schemas.microsoft.com/office/drawing/2014/main" id="{AB403917-256D-4254-A12F-F8BD19470C42}"/>
                  </a:ext>
                </a:extLst>
              </p:cNvPr>
              <p:cNvSpPr/>
              <p:nvPr userDrawn="1"/>
            </p:nvSpPr>
            <p:spPr>
              <a:xfrm rot="18900000">
                <a:off x="1580257" y="1923515"/>
                <a:ext cx="2029968" cy="2029968"/>
              </a:xfrm>
              <a:custGeom>
                <a:avLst/>
                <a:gdLst>
                  <a:gd name="connsiteX0" fmla="*/ 0 w 2029968"/>
                  <a:gd name="connsiteY0" fmla="*/ 0 h 2029968"/>
                  <a:gd name="connsiteX1" fmla="*/ 2029968 w 2029968"/>
                  <a:gd name="connsiteY1" fmla="*/ 0 h 2029968"/>
                  <a:gd name="connsiteX2" fmla="*/ 2029968 w 2029968"/>
                  <a:gd name="connsiteY2" fmla="*/ 2029968 h 2029968"/>
                  <a:gd name="connsiteX3" fmla="*/ 0 w 2029968"/>
                  <a:gd name="connsiteY3" fmla="*/ 2029968 h 2029968"/>
                  <a:gd name="connsiteX4" fmla="*/ 0 w 2029968"/>
                  <a:gd name="connsiteY4" fmla="*/ 0 h 2029968"/>
                  <a:gd name="connsiteX0" fmla="*/ 0 w 2029968"/>
                  <a:gd name="connsiteY0" fmla="*/ 0 h 2029968"/>
                  <a:gd name="connsiteX1" fmla="*/ 2029968 w 2029968"/>
                  <a:gd name="connsiteY1" fmla="*/ 2029968 h 2029968"/>
                  <a:gd name="connsiteX2" fmla="*/ 0 w 2029968"/>
                  <a:gd name="connsiteY2" fmla="*/ 2029968 h 2029968"/>
                  <a:gd name="connsiteX3" fmla="*/ 0 w 2029968"/>
                  <a:gd name="connsiteY3" fmla="*/ 0 h 2029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9968" h="2029968">
                    <a:moveTo>
                      <a:pt x="0" y="0"/>
                    </a:moveTo>
                    <a:lnTo>
                      <a:pt x="2029968" y="2029968"/>
                    </a:lnTo>
                    <a:lnTo>
                      <a:pt x="0" y="20299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EB06A536-5FCB-4761-9EFF-D54BE44B1F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 rot="2708786">
                <a:off x="145529" y="3355869"/>
                <a:ext cx="2029968" cy="2029968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4213EEF-F759-4045-9F53-49C1B4ECED53}"/>
                  </a:ext>
                </a:extLst>
              </p:cNvPr>
              <p:cNvGrpSpPr/>
              <p:nvPr userDrawn="1"/>
            </p:nvGrpSpPr>
            <p:grpSpPr>
              <a:xfrm>
                <a:off x="1159403" y="5806395"/>
                <a:ext cx="2870810" cy="1000774"/>
                <a:chOff x="-13699" y="5839164"/>
                <a:chExt cx="2862790" cy="1000774"/>
              </a:xfrm>
            </p:grpSpPr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2EA4D38A-6ACD-4296-B454-E5BD7EAC7990}"/>
                    </a:ext>
                  </a:extLst>
                </p:cNvPr>
                <p:cNvSpPr/>
                <p:nvPr userDrawn="1"/>
              </p:nvSpPr>
              <p:spPr>
                <a:xfrm>
                  <a:off x="-13699" y="5839164"/>
                  <a:ext cx="2862790" cy="28868"/>
                </a:xfrm>
                <a:custGeom>
                  <a:avLst/>
                  <a:gdLst>
                    <a:gd name="connsiteX0" fmla="*/ 0 w 2862790"/>
                    <a:gd name="connsiteY0" fmla="*/ 0 h 28868"/>
                    <a:gd name="connsiteX1" fmla="*/ 2862790 w 2862790"/>
                    <a:gd name="connsiteY1" fmla="*/ 0 h 28868"/>
                    <a:gd name="connsiteX2" fmla="*/ 2833921 w 2862790"/>
                    <a:gd name="connsiteY2" fmla="*/ 28868 h 28868"/>
                    <a:gd name="connsiteX3" fmla="*/ 28868 w 2862790"/>
                    <a:gd name="connsiteY3" fmla="*/ 28868 h 28868"/>
                    <a:gd name="connsiteX4" fmla="*/ 0 w 2862790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62790" h="28868">
                      <a:moveTo>
                        <a:pt x="0" y="0"/>
                      </a:moveTo>
                      <a:lnTo>
                        <a:pt x="2862790" y="0"/>
                      </a:lnTo>
                      <a:lnTo>
                        <a:pt x="2833921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74E32D04-F635-443B-B642-A509F0473CB5}"/>
                    </a:ext>
                  </a:extLst>
                </p:cNvPr>
                <p:cNvSpPr/>
                <p:nvPr userDrawn="1"/>
              </p:nvSpPr>
              <p:spPr>
                <a:xfrm>
                  <a:off x="47246" y="5900109"/>
                  <a:ext cx="2740900" cy="28868"/>
                </a:xfrm>
                <a:custGeom>
                  <a:avLst/>
                  <a:gdLst>
                    <a:gd name="connsiteX0" fmla="*/ 0 w 2740900"/>
                    <a:gd name="connsiteY0" fmla="*/ 0 h 28868"/>
                    <a:gd name="connsiteX1" fmla="*/ 2740900 w 2740900"/>
                    <a:gd name="connsiteY1" fmla="*/ 0 h 28868"/>
                    <a:gd name="connsiteX2" fmla="*/ 2712032 w 2740900"/>
                    <a:gd name="connsiteY2" fmla="*/ 28868 h 28868"/>
                    <a:gd name="connsiteX3" fmla="*/ 28868 w 2740900"/>
                    <a:gd name="connsiteY3" fmla="*/ 28868 h 28868"/>
                    <a:gd name="connsiteX4" fmla="*/ 0 w 2740900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40900" h="28868">
                      <a:moveTo>
                        <a:pt x="0" y="0"/>
                      </a:moveTo>
                      <a:lnTo>
                        <a:pt x="2740900" y="0"/>
                      </a:lnTo>
                      <a:lnTo>
                        <a:pt x="2712032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C95F7659-0C0B-4798-8392-E6B36B62DEA4}"/>
                    </a:ext>
                  </a:extLst>
                </p:cNvPr>
                <p:cNvSpPr/>
                <p:nvPr userDrawn="1"/>
              </p:nvSpPr>
              <p:spPr>
                <a:xfrm>
                  <a:off x="108992" y="5960251"/>
                  <a:ext cx="2619012" cy="29671"/>
                </a:xfrm>
                <a:custGeom>
                  <a:avLst/>
                  <a:gdLst>
                    <a:gd name="connsiteX0" fmla="*/ 0 w 2619012"/>
                    <a:gd name="connsiteY0" fmla="*/ 0 h 29671"/>
                    <a:gd name="connsiteX1" fmla="*/ 2619012 w 2619012"/>
                    <a:gd name="connsiteY1" fmla="*/ 0 h 29671"/>
                    <a:gd name="connsiteX2" fmla="*/ 2590143 w 2619012"/>
                    <a:gd name="connsiteY2" fmla="*/ 28868 h 29671"/>
                    <a:gd name="connsiteX3" fmla="*/ 28067 w 2619012"/>
                    <a:gd name="connsiteY3" fmla="*/ 29671 h 29671"/>
                    <a:gd name="connsiteX4" fmla="*/ 28869 w 2619012"/>
                    <a:gd name="connsiteY4" fmla="*/ 28869 h 29671"/>
                    <a:gd name="connsiteX5" fmla="*/ 0 w 2619012"/>
                    <a:gd name="connsiteY5" fmla="*/ 0 h 29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19012" h="29671">
                      <a:moveTo>
                        <a:pt x="0" y="0"/>
                      </a:moveTo>
                      <a:lnTo>
                        <a:pt x="2619012" y="0"/>
                      </a:lnTo>
                      <a:lnTo>
                        <a:pt x="2590143" y="28868"/>
                      </a:lnTo>
                      <a:lnTo>
                        <a:pt x="28067" y="29671"/>
                      </a:lnTo>
                      <a:lnTo>
                        <a:pt x="28869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ABB69ABA-A9D2-4649-A1AB-E12AA2D2C8E7}"/>
                    </a:ext>
                  </a:extLst>
                </p:cNvPr>
                <p:cNvSpPr/>
                <p:nvPr userDrawn="1"/>
              </p:nvSpPr>
              <p:spPr>
                <a:xfrm>
                  <a:off x="169937" y="6021196"/>
                  <a:ext cx="2497122" cy="29670"/>
                </a:xfrm>
                <a:custGeom>
                  <a:avLst/>
                  <a:gdLst>
                    <a:gd name="connsiteX0" fmla="*/ 0 w 2497122"/>
                    <a:gd name="connsiteY0" fmla="*/ 0 h 29670"/>
                    <a:gd name="connsiteX1" fmla="*/ 2497122 w 2497122"/>
                    <a:gd name="connsiteY1" fmla="*/ 0 h 29670"/>
                    <a:gd name="connsiteX2" fmla="*/ 2468254 w 2497122"/>
                    <a:gd name="connsiteY2" fmla="*/ 28868 h 29670"/>
                    <a:gd name="connsiteX3" fmla="*/ 28066 w 2497122"/>
                    <a:gd name="connsiteY3" fmla="*/ 29670 h 29670"/>
                    <a:gd name="connsiteX4" fmla="*/ 28868 w 2497122"/>
                    <a:gd name="connsiteY4" fmla="*/ 28868 h 29670"/>
                    <a:gd name="connsiteX5" fmla="*/ 0 w 2497122"/>
                    <a:gd name="connsiteY5" fmla="*/ 0 h 29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7122" h="29670">
                      <a:moveTo>
                        <a:pt x="0" y="0"/>
                      </a:moveTo>
                      <a:lnTo>
                        <a:pt x="2497122" y="0"/>
                      </a:lnTo>
                      <a:lnTo>
                        <a:pt x="2468254" y="28868"/>
                      </a:lnTo>
                      <a:lnTo>
                        <a:pt x="28066" y="29670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8B88CE23-E34F-470C-8C56-46C08322365F}"/>
                    </a:ext>
                  </a:extLst>
                </p:cNvPr>
                <p:cNvSpPr/>
                <p:nvPr userDrawn="1"/>
              </p:nvSpPr>
              <p:spPr>
                <a:xfrm>
                  <a:off x="229279" y="6082140"/>
                  <a:ext cx="2376837" cy="28869"/>
                </a:xfrm>
                <a:custGeom>
                  <a:avLst/>
                  <a:gdLst>
                    <a:gd name="connsiteX0" fmla="*/ 0 w 2376837"/>
                    <a:gd name="connsiteY0" fmla="*/ 0 h 28869"/>
                    <a:gd name="connsiteX1" fmla="*/ 2376837 w 2376837"/>
                    <a:gd name="connsiteY1" fmla="*/ 0 h 28869"/>
                    <a:gd name="connsiteX2" fmla="*/ 2347968 w 2376837"/>
                    <a:gd name="connsiteY2" fmla="*/ 28868 h 28869"/>
                    <a:gd name="connsiteX3" fmla="*/ 28868 w 2376837"/>
                    <a:gd name="connsiteY3" fmla="*/ 28869 h 28869"/>
                    <a:gd name="connsiteX4" fmla="*/ 0 w 2376837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76837" h="28869">
                      <a:moveTo>
                        <a:pt x="0" y="0"/>
                      </a:moveTo>
                      <a:lnTo>
                        <a:pt x="2376837" y="0"/>
                      </a:lnTo>
                      <a:lnTo>
                        <a:pt x="2347968" y="28868"/>
                      </a:lnTo>
                      <a:lnTo>
                        <a:pt x="28868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75BCEDE2-961E-42E0-AF9C-3D070C974007}"/>
                    </a:ext>
                  </a:extLst>
                </p:cNvPr>
                <p:cNvSpPr/>
                <p:nvPr userDrawn="1"/>
              </p:nvSpPr>
              <p:spPr>
                <a:xfrm>
                  <a:off x="290222" y="6143085"/>
                  <a:ext cx="2254948" cy="28868"/>
                </a:xfrm>
                <a:custGeom>
                  <a:avLst/>
                  <a:gdLst>
                    <a:gd name="connsiteX0" fmla="*/ 0 w 2254948"/>
                    <a:gd name="connsiteY0" fmla="*/ 0 h 28868"/>
                    <a:gd name="connsiteX1" fmla="*/ 2254948 w 2254948"/>
                    <a:gd name="connsiteY1" fmla="*/ 0 h 28868"/>
                    <a:gd name="connsiteX2" fmla="*/ 2226080 w 2254948"/>
                    <a:gd name="connsiteY2" fmla="*/ 28868 h 28868"/>
                    <a:gd name="connsiteX3" fmla="*/ 28868 w 2254948"/>
                    <a:gd name="connsiteY3" fmla="*/ 28868 h 28868"/>
                    <a:gd name="connsiteX4" fmla="*/ 0 w 2254948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54948" h="28868">
                      <a:moveTo>
                        <a:pt x="0" y="0"/>
                      </a:moveTo>
                      <a:lnTo>
                        <a:pt x="2254948" y="0"/>
                      </a:lnTo>
                      <a:lnTo>
                        <a:pt x="2226080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FB930397-7A2A-4C50-9EC9-7E3107D065D2}"/>
                    </a:ext>
                  </a:extLst>
                </p:cNvPr>
                <p:cNvSpPr/>
                <p:nvPr userDrawn="1"/>
              </p:nvSpPr>
              <p:spPr>
                <a:xfrm>
                  <a:off x="351970" y="6203227"/>
                  <a:ext cx="2133059" cy="29671"/>
                </a:xfrm>
                <a:custGeom>
                  <a:avLst/>
                  <a:gdLst>
                    <a:gd name="connsiteX0" fmla="*/ 2133059 w 2133059"/>
                    <a:gd name="connsiteY0" fmla="*/ 0 h 29671"/>
                    <a:gd name="connsiteX1" fmla="*/ 2104190 w 2133059"/>
                    <a:gd name="connsiteY1" fmla="*/ 28869 h 29671"/>
                    <a:gd name="connsiteX2" fmla="*/ 28066 w 2133059"/>
                    <a:gd name="connsiteY2" fmla="*/ 29671 h 29671"/>
                    <a:gd name="connsiteX3" fmla="*/ 28868 w 2133059"/>
                    <a:gd name="connsiteY3" fmla="*/ 28869 h 29671"/>
                    <a:gd name="connsiteX4" fmla="*/ 0 w 2133059"/>
                    <a:gd name="connsiteY4" fmla="*/ 1 h 29671"/>
                    <a:gd name="connsiteX5" fmla="*/ 2133059 w 2133059"/>
                    <a:gd name="connsiteY5" fmla="*/ 0 h 29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33059" h="29671">
                      <a:moveTo>
                        <a:pt x="2133059" y="0"/>
                      </a:moveTo>
                      <a:lnTo>
                        <a:pt x="2104190" y="28869"/>
                      </a:lnTo>
                      <a:lnTo>
                        <a:pt x="28066" y="29671"/>
                      </a:lnTo>
                      <a:lnTo>
                        <a:pt x="28868" y="28869"/>
                      </a:lnTo>
                      <a:lnTo>
                        <a:pt x="0" y="1"/>
                      </a:lnTo>
                      <a:lnTo>
                        <a:pt x="213305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8CA98174-D81B-4241-92F9-D0D2028FFEA9}"/>
                    </a:ext>
                  </a:extLst>
                </p:cNvPr>
                <p:cNvSpPr/>
                <p:nvPr userDrawn="1"/>
              </p:nvSpPr>
              <p:spPr>
                <a:xfrm>
                  <a:off x="411310" y="6264172"/>
                  <a:ext cx="2012774" cy="28868"/>
                </a:xfrm>
                <a:custGeom>
                  <a:avLst/>
                  <a:gdLst>
                    <a:gd name="connsiteX0" fmla="*/ 0 w 2012774"/>
                    <a:gd name="connsiteY0" fmla="*/ 0 h 28868"/>
                    <a:gd name="connsiteX1" fmla="*/ 2012774 w 2012774"/>
                    <a:gd name="connsiteY1" fmla="*/ 0 h 28868"/>
                    <a:gd name="connsiteX2" fmla="*/ 1983905 w 2012774"/>
                    <a:gd name="connsiteY2" fmla="*/ 28868 h 28868"/>
                    <a:gd name="connsiteX3" fmla="*/ 28868 w 2012774"/>
                    <a:gd name="connsiteY3" fmla="*/ 28868 h 28868"/>
                    <a:gd name="connsiteX4" fmla="*/ 0 w 2012774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2774" h="28868">
                      <a:moveTo>
                        <a:pt x="0" y="0"/>
                      </a:moveTo>
                      <a:lnTo>
                        <a:pt x="2012774" y="0"/>
                      </a:lnTo>
                      <a:lnTo>
                        <a:pt x="1983905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E4CE4FB8-5E60-4288-B2FA-CF9316ED449F}"/>
                    </a:ext>
                  </a:extLst>
                </p:cNvPr>
                <p:cNvSpPr/>
                <p:nvPr userDrawn="1"/>
              </p:nvSpPr>
              <p:spPr>
                <a:xfrm>
                  <a:off x="472255" y="6325117"/>
                  <a:ext cx="1890884" cy="28868"/>
                </a:xfrm>
                <a:custGeom>
                  <a:avLst/>
                  <a:gdLst>
                    <a:gd name="connsiteX0" fmla="*/ 0 w 1890884"/>
                    <a:gd name="connsiteY0" fmla="*/ 0 h 28868"/>
                    <a:gd name="connsiteX1" fmla="*/ 1890884 w 1890884"/>
                    <a:gd name="connsiteY1" fmla="*/ 0 h 28868"/>
                    <a:gd name="connsiteX2" fmla="*/ 1862016 w 1890884"/>
                    <a:gd name="connsiteY2" fmla="*/ 28868 h 28868"/>
                    <a:gd name="connsiteX3" fmla="*/ 28868 w 1890884"/>
                    <a:gd name="connsiteY3" fmla="*/ 28868 h 28868"/>
                    <a:gd name="connsiteX4" fmla="*/ 0 w 1890884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0884" h="28868">
                      <a:moveTo>
                        <a:pt x="0" y="0"/>
                      </a:moveTo>
                      <a:lnTo>
                        <a:pt x="1890884" y="0"/>
                      </a:lnTo>
                      <a:lnTo>
                        <a:pt x="1862016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6F69FE5C-0AF0-42F6-A721-9E2244C967AA}"/>
                    </a:ext>
                  </a:extLst>
                </p:cNvPr>
                <p:cNvSpPr/>
                <p:nvPr userDrawn="1"/>
              </p:nvSpPr>
              <p:spPr>
                <a:xfrm>
                  <a:off x="533199" y="6386061"/>
                  <a:ext cx="1768996" cy="28869"/>
                </a:xfrm>
                <a:custGeom>
                  <a:avLst/>
                  <a:gdLst>
                    <a:gd name="connsiteX0" fmla="*/ 0 w 1768996"/>
                    <a:gd name="connsiteY0" fmla="*/ 0 h 28869"/>
                    <a:gd name="connsiteX1" fmla="*/ 1768996 w 1768996"/>
                    <a:gd name="connsiteY1" fmla="*/ 0 h 28869"/>
                    <a:gd name="connsiteX2" fmla="*/ 1740128 w 1768996"/>
                    <a:gd name="connsiteY2" fmla="*/ 28868 h 28869"/>
                    <a:gd name="connsiteX3" fmla="*/ 28869 w 1768996"/>
                    <a:gd name="connsiteY3" fmla="*/ 28869 h 28869"/>
                    <a:gd name="connsiteX4" fmla="*/ 0 w 1768996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8996" h="28869">
                      <a:moveTo>
                        <a:pt x="0" y="0"/>
                      </a:moveTo>
                      <a:lnTo>
                        <a:pt x="1768996" y="0"/>
                      </a:lnTo>
                      <a:lnTo>
                        <a:pt x="1740128" y="28868"/>
                      </a:lnTo>
                      <a:lnTo>
                        <a:pt x="28869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E8311083-D41B-4770-B6A9-AFA83AAF2885}"/>
                    </a:ext>
                  </a:extLst>
                </p:cNvPr>
                <p:cNvSpPr/>
                <p:nvPr userDrawn="1"/>
              </p:nvSpPr>
              <p:spPr>
                <a:xfrm>
                  <a:off x="594946" y="6446204"/>
                  <a:ext cx="1647106" cy="29670"/>
                </a:xfrm>
                <a:custGeom>
                  <a:avLst/>
                  <a:gdLst>
                    <a:gd name="connsiteX0" fmla="*/ 0 w 1647106"/>
                    <a:gd name="connsiteY0" fmla="*/ 0 h 29670"/>
                    <a:gd name="connsiteX1" fmla="*/ 1647106 w 1647106"/>
                    <a:gd name="connsiteY1" fmla="*/ 0 h 29670"/>
                    <a:gd name="connsiteX2" fmla="*/ 1618238 w 1647106"/>
                    <a:gd name="connsiteY2" fmla="*/ 28868 h 29670"/>
                    <a:gd name="connsiteX3" fmla="*/ 28066 w 1647106"/>
                    <a:gd name="connsiteY3" fmla="*/ 29670 h 29670"/>
                    <a:gd name="connsiteX4" fmla="*/ 28868 w 1647106"/>
                    <a:gd name="connsiteY4" fmla="*/ 28868 h 29670"/>
                    <a:gd name="connsiteX5" fmla="*/ 0 w 1647106"/>
                    <a:gd name="connsiteY5" fmla="*/ 0 h 29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7106" h="29670">
                      <a:moveTo>
                        <a:pt x="0" y="0"/>
                      </a:moveTo>
                      <a:lnTo>
                        <a:pt x="1647106" y="0"/>
                      </a:lnTo>
                      <a:lnTo>
                        <a:pt x="1618238" y="28868"/>
                      </a:lnTo>
                      <a:lnTo>
                        <a:pt x="28066" y="29670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730A62EE-9416-445D-B0B2-018F008614B8}"/>
                    </a:ext>
                  </a:extLst>
                </p:cNvPr>
                <p:cNvSpPr/>
                <p:nvPr userDrawn="1"/>
              </p:nvSpPr>
              <p:spPr>
                <a:xfrm>
                  <a:off x="654287" y="6507148"/>
                  <a:ext cx="1526821" cy="28869"/>
                </a:xfrm>
                <a:custGeom>
                  <a:avLst/>
                  <a:gdLst>
                    <a:gd name="connsiteX0" fmla="*/ 0 w 1526821"/>
                    <a:gd name="connsiteY0" fmla="*/ 0 h 28869"/>
                    <a:gd name="connsiteX1" fmla="*/ 1526821 w 1526821"/>
                    <a:gd name="connsiteY1" fmla="*/ 0 h 28869"/>
                    <a:gd name="connsiteX2" fmla="*/ 1497952 w 1526821"/>
                    <a:gd name="connsiteY2" fmla="*/ 28868 h 28869"/>
                    <a:gd name="connsiteX3" fmla="*/ 28868 w 1526821"/>
                    <a:gd name="connsiteY3" fmla="*/ 28869 h 28869"/>
                    <a:gd name="connsiteX4" fmla="*/ 0 w 1526821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6821" h="28869">
                      <a:moveTo>
                        <a:pt x="0" y="0"/>
                      </a:moveTo>
                      <a:lnTo>
                        <a:pt x="1526821" y="0"/>
                      </a:lnTo>
                      <a:lnTo>
                        <a:pt x="1497952" y="28868"/>
                      </a:lnTo>
                      <a:lnTo>
                        <a:pt x="28868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4A92E211-EBEF-4E62-97FD-46ECC42436DF}"/>
                    </a:ext>
                  </a:extLst>
                </p:cNvPr>
                <p:cNvSpPr/>
                <p:nvPr userDrawn="1"/>
              </p:nvSpPr>
              <p:spPr>
                <a:xfrm>
                  <a:off x="715231" y="6568093"/>
                  <a:ext cx="1404932" cy="28868"/>
                </a:xfrm>
                <a:custGeom>
                  <a:avLst/>
                  <a:gdLst>
                    <a:gd name="connsiteX0" fmla="*/ 0 w 1404932"/>
                    <a:gd name="connsiteY0" fmla="*/ 0 h 28868"/>
                    <a:gd name="connsiteX1" fmla="*/ 1404932 w 1404932"/>
                    <a:gd name="connsiteY1" fmla="*/ 0 h 28868"/>
                    <a:gd name="connsiteX2" fmla="*/ 1376064 w 1404932"/>
                    <a:gd name="connsiteY2" fmla="*/ 28868 h 28868"/>
                    <a:gd name="connsiteX3" fmla="*/ 28868 w 1404932"/>
                    <a:gd name="connsiteY3" fmla="*/ 28868 h 28868"/>
                    <a:gd name="connsiteX4" fmla="*/ 0 w 1404932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2" h="28868">
                      <a:moveTo>
                        <a:pt x="0" y="0"/>
                      </a:moveTo>
                      <a:lnTo>
                        <a:pt x="1404932" y="0"/>
                      </a:lnTo>
                      <a:lnTo>
                        <a:pt x="1376064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CC8A63A1-564C-478A-B490-96E1C76014CC}"/>
                    </a:ext>
                  </a:extLst>
                </p:cNvPr>
                <p:cNvSpPr/>
                <p:nvPr userDrawn="1"/>
              </p:nvSpPr>
              <p:spPr>
                <a:xfrm>
                  <a:off x="776977" y="6628235"/>
                  <a:ext cx="1283044" cy="29671"/>
                </a:xfrm>
                <a:custGeom>
                  <a:avLst/>
                  <a:gdLst>
                    <a:gd name="connsiteX0" fmla="*/ 1283044 w 1283044"/>
                    <a:gd name="connsiteY0" fmla="*/ 0 h 29671"/>
                    <a:gd name="connsiteX1" fmla="*/ 1254175 w 1283044"/>
                    <a:gd name="connsiteY1" fmla="*/ 28869 h 29671"/>
                    <a:gd name="connsiteX2" fmla="*/ 28067 w 1283044"/>
                    <a:gd name="connsiteY2" fmla="*/ 29671 h 29671"/>
                    <a:gd name="connsiteX3" fmla="*/ 28869 w 1283044"/>
                    <a:gd name="connsiteY3" fmla="*/ 28869 h 29671"/>
                    <a:gd name="connsiteX4" fmla="*/ 0 w 1283044"/>
                    <a:gd name="connsiteY4" fmla="*/ 1 h 29671"/>
                    <a:gd name="connsiteX5" fmla="*/ 1283044 w 1283044"/>
                    <a:gd name="connsiteY5" fmla="*/ 0 h 29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83044" h="29671">
                      <a:moveTo>
                        <a:pt x="1283044" y="0"/>
                      </a:moveTo>
                      <a:lnTo>
                        <a:pt x="1254175" y="28869"/>
                      </a:lnTo>
                      <a:lnTo>
                        <a:pt x="28067" y="29671"/>
                      </a:lnTo>
                      <a:lnTo>
                        <a:pt x="28869" y="28869"/>
                      </a:lnTo>
                      <a:lnTo>
                        <a:pt x="0" y="1"/>
                      </a:lnTo>
                      <a:lnTo>
                        <a:pt x="128304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4162FC41-462F-4E99-AACA-F5B9C804FB14}"/>
                    </a:ext>
                  </a:extLst>
                </p:cNvPr>
                <p:cNvSpPr/>
                <p:nvPr userDrawn="1"/>
              </p:nvSpPr>
              <p:spPr>
                <a:xfrm>
                  <a:off x="837922" y="6689180"/>
                  <a:ext cx="1161154" cy="29670"/>
                </a:xfrm>
                <a:custGeom>
                  <a:avLst/>
                  <a:gdLst>
                    <a:gd name="connsiteX0" fmla="*/ 0 w 1161154"/>
                    <a:gd name="connsiteY0" fmla="*/ 0 h 29670"/>
                    <a:gd name="connsiteX1" fmla="*/ 1161154 w 1161154"/>
                    <a:gd name="connsiteY1" fmla="*/ 0 h 29670"/>
                    <a:gd name="connsiteX2" fmla="*/ 1132285 w 1161154"/>
                    <a:gd name="connsiteY2" fmla="*/ 28868 h 29670"/>
                    <a:gd name="connsiteX3" fmla="*/ 28066 w 1161154"/>
                    <a:gd name="connsiteY3" fmla="*/ 29670 h 29670"/>
                    <a:gd name="connsiteX4" fmla="*/ 28868 w 1161154"/>
                    <a:gd name="connsiteY4" fmla="*/ 28868 h 29670"/>
                    <a:gd name="connsiteX5" fmla="*/ 0 w 1161154"/>
                    <a:gd name="connsiteY5" fmla="*/ 0 h 29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1154" h="29670">
                      <a:moveTo>
                        <a:pt x="0" y="0"/>
                      </a:moveTo>
                      <a:lnTo>
                        <a:pt x="1161154" y="0"/>
                      </a:lnTo>
                      <a:lnTo>
                        <a:pt x="1132285" y="28868"/>
                      </a:lnTo>
                      <a:lnTo>
                        <a:pt x="28066" y="29670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1F9B61AC-B03D-4064-9DE6-9818F53F333C}"/>
                    </a:ext>
                  </a:extLst>
                </p:cNvPr>
                <p:cNvSpPr/>
                <p:nvPr userDrawn="1"/>
              </p:nvSpPr>
              <p:spPr>
                <a:xfrm>
                  <a:off x="897263" y="6750124"/>
                  <a:ext cx="1040868" cy="28869"/>
                </a:xfrm>
                <a:custGeom>
                  <a:avLst/>
                  <a:gdLst>
                    <a:gd name="connsiteX0" fmla="*/ 0 w 1040868"/>
                    <a:gd name="connsiteY0" fmla="*/ 0 h 28869"/>
                    <a:gd name="connsiteX1" fmla="*/ 1040868 w 1040868"/>
                    <a:gd name="connsiteY1" fmla="*/ 0 h 28869"/>
                    <a:gd name="connsiteX2" fmla="*/ 1012000 w 1040868"/>
                    <a:gd name="connsiteY2" fmla="*/ 28869 h 28869"/>
                    <a:gd name="connsiteX3" fmla="*/ 28868 w 1040868"/>
                    <a:gd name="connsiteY3" fmla="*/ 28869 h 28869"/>
                    <a:gd name="connsiteX4" fmla="*/ 0 w 1040868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0868" h="28869">
                      <a:moveTo>
                        <a:pt x="0" y="0"/>
                      </a:moveTo>
                      <a:lnTo>
                        <a:pt x="1040868" y="0"/>
                      </a:lnTo>
                      <a:lnTo>
                        <a:pt x="1012000" y="28869"/>
                      </a:lnTo>
                      <a:lnTo>
                        <a:pt x="28868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C104BA00-790F-438D-AC93-117E23CF2099}"/>
                    </a:ext>
                  </a:extLst>
                </p:cNvPr>
                <p:cNvSpPr/>
                <p:nvPr userDrawn="1"/>
              </p:nvSpPr>
              <p:spPr>
                <a:xfrm>
                  <a:off x="958207" y="6811069"/>
                  <a:ext cx="918980" cy="28869"/>
                </a:xfrm>
                <a:custGeom>
                  <a:avLst/>
                  <a:gdLst>
                    <a:gd name="connsiteX0" fmla="*/ 0 w 918980"/>
                    <a:gd name="connsiteY0" fmla="*/ 0 h 28869"/>
                    <a:gd name="connsiteX1" fmla="*/ 918980 w 918980"/>
                    <a:gd name="connsiteY1" fmla="*/ 0 h 28869"/>
                    <a:gd name="connsiteX2" fmla="*/ 890112 w 918980"/>
                    <a:gd name="connsiteY2" fmla="*/ 28868 h 28869"/>
                    <a:gd name="connsiteX3" fmla="*/ 28869 w 918980"/>
                    <a:gd name="connsiteY3" fmla="*/ 28869 h 28869"/>
                    <a:gd name="connsiteX4" fmla="*/ 0 w 918980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8980" h="28869">
                      <a:moveTo>
                        <a:pt x="0" y="0"/>
                      </a:moveTo>
                      <a:lnTo>
                        <a:pt x="918980" y="0"/>
                      </a:lnTo>
                      <a:lnTo>
                        <a:pt x="890112" y="28868"/>
                      </a:lnTo>
                      <a:lnTo>
                        <a:pt x="28869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788A3CD7-1915-41CF-9FB5-E6FEDCA8F19C}"/>
                  </a:ext>
                </a:extLst>
              </p:cNvPr>
              <p:cNvSpPr/>
              <p:nvPr userDrawn="1"/>
            </p:nvSpPr>
            <p:spPr>
              <a:xfrm>
                <a:off x="2960473" y="5801762"/>
                <a:ext cx="1075475" cy="1058335"/>
              </a:xfrm>
              <a:custGeom>
                <a:avLst/>
                <a:gdLst>
                  <a:gd name="connsiteX0" fmla="*/ 1062720 w 1062720"/>
                  <a:gd name="connsiteY0" fmla="*/ 0 h 1062720"/>
                  <a:gd name="connsiteX1" fmla="*/ 1062720 w 1062720"/>
                  <a:gd name="connsiteY1" fmla="*/ 1062720 h 1062720"/>
                  <a:gd name="connsiteX2" fmla="*/ 0 w 1062720"/>
                  <a:gd name="connsiteY2" fmla="*/ 1062720 h 1062720"/>
                  <a:gd name="connsiteX3" fmla="*/ 1062720 w 1062720"/>
                  <a:gd name="connsiteY3" fmla="*/ 0 h 1062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2720" h="1062720">
                    <a:moveTo>
                      <a:pt x="1062720" y="0"/>
                    </a:moveTo>
                    <a:lnTo>
                      <a:pt x="1062720" y="1062720"/>
                    </a:lnTo>
                    <a:lnTo>
                      <a:pt x="0" y="1062720"/>
                    </a:lnTo>
                    <a:lnTo>
                      <a:pt x="10627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3591DEB5-C98C-4EF8-AA57-B8F45C484FF4}"/>
                  </a:ext>
                </a:extLst>
              </p:cNvPr>
              <p:cNvSpPr/>
              <p:nvPr userDrawn="1"/>
            </p:nvSpPr>
            <p:spPr>
              <a:xfrm>
                <a:off x="-7601" y="2930958"/>
                <a:ext cx="1128311" cy="2870805"/>
              </a:xfrm>
              <a:custGeom>
                <a:avLst/>
                <a:gdLst>
                  <a:gd name="connsiteX0" fmla="*/ 1128311 w 1128311"/>
                  <a:gd name="connsiteY0" fmla="*/ 0 h 2870805"/>
                  <a:gd name="connsiteX1" fmla="*/ 1123909 w 1128311"/>
                  <a:gd name="connsiteY1" fmla="*/ 2870805 h 2870805"/>
                  <a:gd name="connsiteX2" fmla="*/ 0 w 1128311"/>
                  <a:gd name="connsiteY2" fmla="*/ 1743443 h 2870805"/>
                  <a:gd name="connsiteX3" fmla="*/ 0 w 1128311"/>
                  <a:gd name="connsiteY3" fmla="*/ 1124856 h 2870805"/>
                  <a:gd name="connsiteX4" fmla="*/ 1128311 w 1128311"/>
                  <a:gd name="connsiteY4" fmla="*/ 0 h 2870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8311" h="2870805">
                    <a:moveTo>
                      <a:pt x="1128311" y="0"/>
                    </a:moveTo>
                    <a:lnTo>
                      <a:pt x="1123909" y="2870805"/>
                    </a:lnTo>
                    <a:lnTo>
                      <a:pt x="0" y="1743443"/>
                    </a:lnTo>
                    <a:lnTo>
                      <a:pt x="0" y="1124856"/>
                    </a:lnTo>
                    <a:lnTo>
                      <a:pt x="11283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6FFCF0CF-3167-4E3E-BD4A-236ACC247EC0}"/>
                  </a:ext>
                </a:extLst>
              </p:cNvPr>
              <p:cNvSpPr/>
              <p:nvPr/>
            </p:nvSpPr>
            <p:spPr>
              <a:xfrm rot="13500280">
                <a:off x="126341" y="458327"/>
                <a:ext cx="2024298" cy="2024298"/>
              </a:xfrm>
              <a:custGeom>
                <a:avLst/>
                <a:gdLst>
                  <a:gd name="connsiteX0" fmla="*/ 2024298 w 2024298"/>
                  <a:gd name="connsiteY0" fmla="*/ 2024298 h 2024298"/>
                  <a:gd name="connsiteX1" fmla="*/ 0 w 2024298"/>
                  <a:gd name="connsiteY1" fmla="*/ 0 h 2024298"/>
                  <a:gd name="connsiteX2" fmla="*/ 40826 w 2024298"/>
                  <a:gd name="connsiteY2" fmla="*/ 0 h 2024298"/>
                  <a:gd name="connsiteX3" fmla="*/ 2024298 w 2024298"/>
                  <a:gd name="connsiteY3" fmla="*/ 1983472 h 2024298"/>
                  <a:gd name="connsiteX4" fmla="*/ 2024298 w 2024298"/>
                  <a:gd name="connsiteY4" fmla="*/ 2024298 h 202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24298" h="2024298">
                    <a:moveTo>
                      <a:pt x="2024298" y="2024298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2024298" y="1983472"/>
                    </a:lnTo>
                    <a:lnTo>
                      <a:pt x="2024298" y="202429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AB47A61A-6E4C-49A5-A2E8-2410A107CC2A}"/>
                  </a:ext>
                </a:extLst>
              </p:cNvPr>
              <p:cNvSpPr/>
              <p:nvPr/>
            </p:nvSpPr>
            <p:spPr>
              <a:xfrm rot="13500280">
                <a:off x="108491" y="501416"/>
                <a:ext cx="1938109" cy="1938109"/>
              </a:xfrm>
              <a:custGeom>
                <a:avLst/>
                <a:gdLst>
                  <a:gd name="connsiteX0" fmla="*/ 1938109 w 1938109"/>
                  <a:gd name="connsiteY0" fmla="*/ 1938109 h 1938109"/>
                  <a:gd name="connsiteX1" fmla="*/ 0 w 1938109"/>
                  <a:gd name="connsiteY1" fmla="*/ 0 h 1938109"/>
                  <a:gd name="connsiteX2" fmla="*/ 40826 w 1938109"/>
                  <a:gd name="connsiteY2" fmla="*/ 0 h 1938109"/>
                  <a:gd name="connsiteX3" fmla="*/ 1938109 w 1938109"/>
                  <a:gd name="connsiteY3" fmla="*/ 1897283 h 1938109"/>
                  <a:gd name="connsiteX4" fmla="*/ 1938109 w 1938109"/>
                  <a:gd name="connsiteY4" fmla="*/ 1938109 h 193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38109" h="1938109">
                    <a:moveTo>
                      <a:pt x="1938109" y="1938109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938109" y="1897283"/>
                    </a:lnTo>
                    <a:lnTo>
                      <a:pt x="1938109" y="1938109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FC8CDBA7-BF04-4719-8D66-513A71ECCAFF}"/>
                  </a:ext>
                </a:extLst>
              </p:cNvPr>
              <p:cNvSpPr/>
              <p:nvPr/>
            </p:nvSpPr>
            <p:spPr>
              <a:xfrm rot="13500280">
                <a:off x="90475" y="544906"/>
                <a:ext cx="1853055" cy="1851921"/>
              </a:xfrm>
              <a:custGeom>
                <a:avLst/>
                <a:gdLst>
                  <a:gd name="connsiteX0" fmla="*/ 1851921 w 1853055"/>
                  <a:gd name="connsiteY0" fmla="*/ 1851921 h 1851921"/>
                  <a:gd name="connsiteX1" fmla="*/ 0 w 1853055"/>
                  <a:gd name="connsiteY1" fmla="*/ 0 h 1851921"/>
                  <a:gd name="connsiteX2" fmla="*/ 40826 w 1853055"/>
                  <a:gd name="connsiteY2" fmla="*/ 0 h 1851921"/>
                  <a:gd name="connsiteX3" fmla="*/ 1853055 w 1853055"/>
                  <a:gd name="connsiteY3" fmla="*/ 1811094 h 1851921"/>
                  <a:gd name="connsiteX4" fmla="*/ 1851920 w 1853055"/>
                  <a:gd name="connsiteY4" fmla="*/ 1811094 h 1851921"/>
                  <a:gd name="connsiteX5" fmla="*/ 1851921 w 1853055"/>
                  <a:gd name="connsiteY5" fmla="*/ 1851921 h 1851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53055" h="1851921">
                    <a:moveTo>
                      <a:pt x="1851921" y="1851921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853055" y="1811094"/>
                    </a:lnTo>
                    <a:lnTo>
                      <a:pt x="1851920" y="1811094"/>
                    </a:lnTo>
                    <a:lnTo>
                      <a:pt x="1851921" y="1851921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79CDC826-71AB-4245-AC5F-8DC9DB2BBCE0}"/>
                  </a:ext>
                </a:extLst>
              </p:cNvPr>
              <p:cNvSpPr/>
              <p:nvPr/>
            </p:nvSpPr>
            <p:spPr>
              <a:xfrm rot="13500280">
                <a:off x="72624" y="587994"/>
                <a:ext cx="1766866" cy="1765732"/>
              </a:xfrm>
              <a:custGeom>
                <a:avLst/>
                <a:gdLst>
                  <a:gd name="connsiteX0" fmla="*/ 1765732 w 1766866"/>
                  <a:gd name="connsiteY0" fmla="*/ 1765732 h 1765732"/>
                  <a:gd name="connsiteX1" fmla="*/ 0 w 1766866"/>
                  <a:gd name="connsiteY1" fmla="*/ 0 h 1765732"/>
                  <a:gd name="connsiteX2" fmla="*/ 40826 w 1766866"/>
                  <a:gd name="connsiteY2" fmla="*/ 0 h 1765732"/>
                  <a:gd name="connsiteX3" fmla="*/ 1766866 w 1766866"/>
                  <a:gd name="connsiteY3" fmla="*/ 1724906 h 1765732"/>
                  <a:gd name="connsiteX4" fmla="*/ 1765731 w 1766866"/>
                  <a:gd name="connsiteY4" fmla="*/ 1724906 h 1765732"/>
                  <a:gd name="connsiteX5" fmla="*/ 1765732 w 1766866"/>
                  <a:gd name="connsiteY5" fmla="*/ 1765732 h 176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66866" h="1765732">
                    <a:moveTo>
                      <a:pt x="1765732" y="1765732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766866" y="1724906"/>
                    </a:lnTo>
                    <a:lnTo>
                      <a:pt x="1765731" y="1724906"/>
                    </a:lnTo>
                    <a:lnTo>
                      <a:pt x="1765732" y="1765732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4DE1670F-43B8-4EA8-878C-AC3FF1921E21}"/>
                  </a:ext>
                </a:extLst>
              </p:cNvPr>
              <p:cNvSpPr/>
              <p:nvPr/>
            </p:nvSpPr>
            <p:spPr>
              <a:xfrm rot="13500280">
                <a:off x="55175" y="630117"/>
                <a:ext cx="1680678" cy="1680677"/>
              </a:xfrm>
              <a:custGeom>
                <a:avLst/>
                <a:gdLst>
                  <a:gd name="connsiteX0" fmla="*/ 1680678 w 1680678"/>
                  <a:gd name="connsiteY0" fmla="*/ 1680677 h 1680677"/>
                  <a:gd name="connsiteX1" fmla="*/ 0 w 1680678"/>
                  <a:gd name="connsiteY1" fmla="*/ 0 h 1680677"/>
                  <a:gd name="connsiteX2" fmla="*/ 40826 w 1680678"/>
                  <a:gd name="connsiteY2" fmla="*/ 0 h 1680677"/>
                  <a:gd name="connsiteX3" fmla="*/ 1680678 w 1680678"/>
                  <a:gd name="connsiteY3" fmla="*/ 1639851 h 1680677"/>
                  <a:gd name="connsiteX4" fmla="*/ 1680678 w 1680678"/>
                  <a:gd name="connsiteY4" fmla="*/ 1680677 h 1680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0678" h="1680677">
                    <a:moveTo>
                      <a:pt x="1680678" y="1680677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680678" y="1639851"/>
                    </a:lnTo>
                    <a:lnTo>
                      <a:pt x="1680678" y="168067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4AE780ED-EF51-4AD7-A73F-01E563D0E8BC}"/>
                  </a:ext>
                </a:extLst>
              </p:cNvPr>
              <p:cNvSpPr/>
              <p:nvPr/>
            </p:nvSpPr>
            <p:spPr>
              <a:xfrm rot="13500280">
                <a:off x="37325" y="673206"/>
                <a:ext cx="1594489" cy="1594489"/>
              </a:xfrm>
              <a:custGeom>
                <a:avLst/>
                <a:gdLst>
                  <a:gd name="connsiteX0" fmla="*/ 1594489 w 1594489"/>
                  <a:gd name="connsiteY0" fmla="*/ 1594489 h 1594489"/>
                  <a:gd name="connsiteX1" fmla="*/ 0 w 1594489"/>
                  <a:gd name="connsiteY1" fmla="*/ 0 h 1594489"/>
                  <a:gd name="connsiteX2" fmla="*/ 40826 w 1594489"/>
                  <a:gd name="connsiteY2" fmla="*/ 0 h 1594489"/>
                  <a:gd name="connsiteX3" fmla="*/ 1594489 w 1594489"/>
                  <a:gd name="connsiteY3" fmla="*/ 1553663 h 1594489"/>
                  <a:gd name="connsiteX4" fmla="*/ 1594489 w 1594489"/>
                  <a:gd name="connsiteY4" fmla="*/ 1594489 h 1594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4489" h="1594489">
                    <a:moveTo>
                      <a:pt x="1594489" y="1594489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594489" y="1553663"/>
                    </a:lnTo>
                    <a:lnTo>
                      <a:pt x="1594489" y="1594489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BE269AE3-65CE-4B86-B8B1-413783695039}"/>
                  </a:ext>
                </a:extLst>
              </p:cNvPr>
              <p:cNvSpPr/>
              <p:nvPr/>
            </p:nvSpPr>
            <p:spPr>
              <a:xfrm rot="13500280">
                <a:off x="19309" y="716696"/>
                <a:ext cx="1509435" cy="1508300"/>
              </a:xfrm>
              <a:custGeom>
                <a:avLst/>
                <a:gdLst>
                  <a:gd name="connsiteX0" fmla="*/ 1508301 w 1509435"/>
                  <a:gd name="connsiteY0" fmla="*/ 1508300 h 1508300"/>
                  <a:gd name="connsiteX1" fmla="*/ 0 w 1509435"/>
                  <a:gd name="connsiteY1" fmla="*/ 0 h 1508300"/>
                  <a:gd name="connsiteX2" fmla="*/ 40826 w 1509435"/>
                  <a:gd name="connsiteY2" fmla="*/ 0 h 1508300"/>
                  <a:gd name="connsiteX3" fmla="*/ 1509435 w 1509435"/>
                  <a:gd name="connsiteY3" fmla="*/ 1467474 h 1508300"/>
                  <a:gd name="connsiteX4" fmla="*/ 1508301 w 1509435"/>
                  <a:gd name="connsiteY4" fmla="*/ 1467474 h 1508300"/>
                  <a:gd name="connsiteX5" fmla="*/ 1508301 w 1509435"/>
                  <a:gd name="connsiteY5" fmla="*/ 1508300 h 150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09435" h="1508300">
                    <a:moveTo>
                      <a:pt x="1508301" y="1508300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509435" y="1467474"/>
                    </a:lnTo>
                    <a:lnTo>
                      <a:pt x="1508301" y="1467474"/>
                    </a:lnTo>
                    <a:lnTo>
                      <a:pt x="1508301" y="1508300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C35E0649-74BB-4271-BE7D-1F2ED094753E}"/>
                  </a:ext>
                </a:extLst>
              </p:cNvPr>
              <p:cNvSpPr/>
              <p:nvPr/>
            </p:nvSpPr>
            <p:spPr>
              <a:xfrm rot="13500280">
                <a:off x="1859" y="758817"/>
                <a:ext cx="1423246" cy="1423247"/>
              </a:xfrm>
              <a:custGeom>
                <a:avLst/>
                <a:gdLst>
                  <a:gd name="connsiteX0" fmla="*/ 1423246 w 1423246"/>
                  <a:gd name="connsiteY0" fmla="*/ 1423247 h 1423247"/>
                  <a:gd name="connsiteX1" fmla="*/ 0 w 1423246"/>
                  <a:gd name="connsiteY1" fmla="*/ 0 h 1423247"/>
                  <a:gd name="connsiteX2" fmla="*/ 40825 w 1423246"/>
                  <a:gd name="connsiteY2" fmla="*/ 0 h 1423247"/>
                  <a:gd name="connsiteX3" fmla="*/ 1423246 w 1423246"/>
                  <a:gd name="connsiteY3" fmla="*/ 1382420 h 1423247"/>
                  <a:gd name="connsiteX4" fmla="*/ 1423246 w 1423246"/>
                  <a:gd name="connsiteY4" fmla="*/ 1423247 h 1423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3246" h="1423247">
                    <a:moveTo>
                      <a:pt x="1423246" y="1423247"/>
                    </a:moveTo>
                    <a:lnTo>
                      <a:pt x="0" y="0"/>
                    </a:lnTo>
                    <a:lnTo>
                      <a:pt x="40825" y="0"/>
                    </a:lnTo>
                    <a:lnTo>
                      <a:pt x="1423246" y="1382420"/>
                    </a:lnTo>
                    <a:lnTo>
                      <a:pt x="1423246" y="142324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6C2D71F3-0A7A-4745-A34F-CE00E95F927C}"/>
                  </a:ext>
                </a:extLst>
              </p:cNvPr>
              <p:cNvSpPr/>
              <p:nvPr/>
            </p:nvSpPr>
            <p:spPr>
              <a:xfrm rot="13500280">
                <a:off x="-15991" y="801908"/>
                <a:ext cx="1337057" cy="1337057"/>
              </a:xfrm>
              <a:custGeom>
                <a:avLst/>
                <a:gdLst>
                  <a:gd name="connsiteX0" fmla="*/ 1337057 w 1337057"/>
                  <a:gd name="connsiteY0" fmla="*/ 1337057 h 1337057"/>
                  <a:gd name="connsiteX1" fmla="*/ 0 w 1337057"/>
                  <a:gd name="connsiteY1" fmla="*/ 0 h 1337057"/>
                  <a:gd name="connsiteX2" fmla="*/ 40826 w 1337057"/>
                  <a:gd name="connsiteY2" fmla="*/ 0 h 1337057"/>
                  <a:gd name="connsiteX3" fmla="*/ 1337057 w 1337057"/>
                  <a:gd name="connsiteY3" fmla="*/ 1296231 h 1337057"/>
                  <a:gd name="connsiteX4" fmla="*/ 1337057 w 1337057"/>
                  <a:gd name="connsiteY4" fmla="*/ 1337057 h 133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7057" h="1337057">
                    <a:moveTo>
                      <a:pt x="1337057" y="1337057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337057" y="1296231"/>
                    </a:lnTo>
                    <a:lnTo>
                      <a:pt x="1337057" y="133705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51BF2AB6-6873-4ED8-98DB-4A9398AF7324}"/>
                  </a:ext>
                </a:extLst>
              </p:cNvPr>
              <p:cNvSpPr/>
              <p:nvPr/>
            </p:nvSpPr>
            <p:spPr>
              <a:xfrm rot="13500280">
                <a:off x="-33841" y="844997"/>
                <a:ext cx="1250869" cy="1250869"/>
              </a:xfrm>
              <a:custGeom>
                <a:avLst/>
                <a:gdLst>
                  <a:gd name="connsiteX0" fmla="*/ 1250869 w 1250869"/>
                  <a:gd name="connsiteY0" fmla="*/ 1250869 h 1250869"/>
                  <a:gd name="connsiteX1" fmla="*/ 0 w 1250869"/>
                  <a:gd name="connsiteY1" fmla="*/ 0 h 1250869"/>
                  <a:gd name="connsiteX2" fmla="*/ 40825 w 1250869"/>
                  <a:gd name="connsiteY2" fmla="*/ 0 h 1250869"/>
                  <a:gd name="connsiteX3" fmla="*/ 1250869 w 1250869"/>
                  <a:gd name="connsiteY3" fmla="*/ 1210042 h 1250869"/>
                  <a:gd name="connsiteX4" fmla="*/ 1250869 w 1250869"/>
                  <a:gd name="connsiteY4" fmla="*/ 1250869 h 1250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0869" h="1250869">
                    <a:moveTo>
                      <a:pt x="1250869" y="1250869"/>
                    </a:moveTo>
                    <a:lnTo>
                      <a:pt x="0" y="0"/>
                    </a:lnTo>
                    <a:lnTo>
                      <a:pt x="40825" y="0"/>
                    </a:lnTo>
                    <a:lnTo>
                      <a:pt x="1250869" y="1210042"/>
                    </a:lnTo>
                    <a:lnTo>
                      <a:pt x="1250869" y="1250869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38BEE1DC-3180-496F-B9F2-0541143A9C65}"/>
                  </a:ext>
                </a:extLst>
              </p:cNvPr>
              <p:cNvSpPr/>
              <p:nvPr/>
            </p:nvSpPr>
            <p:spPr>
              <a:xfrm rot="13500280">
                <a:off x="-51857" y="888486"/>
                <a:ext cx="1165814" cy="1164680"/>
              </a:xfrm>
              <a:custGeom>
                <a:avLst/>
                <a:gdLst>
                  <a:gd name="connsiteX0" fmla="*/ 1164680 w 1165814"/>
                  <a:gd name="connsiteY0" fmla="*/ 1164680 h 1164680"/>
                  <a:gd name="connsiteX1" fmla="*/ 0 w 1165814"/>
                  <a:gd name="connsiteY1" fmla="*/ 1 h 1164680"/>
                  <a:gd name="connsiteX2" fmla="*/ 40825 w 1165814"/>
                  <a:gd name="connsiteY2" fmla="*/ 0 h 1164680"/>
                  <a:gd name="connsiteX3" fmla="*/ 1165814 w 1165814"/>
                  <a:gd name="connsiteY3" fmla="*/ 1123854 h 1164680"/>
                  <a:gd name="connsiteX4" fmla="*/ 1164680 w 1165814"/>
                  <a:gd name="connsiteY4" fmla="*/ 1123854 h 1164680"/>
                  <a:gd name="connsiteX5" fmla="*/ 1164680 w 1165814"/>
                  <a:gd name="connsiteY5" fmla="*/ 1164680 h 1164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5814" h="1164680">
                    <a:moveTo>
                      <a:pt x="1164680" y="1164680"/>
                    </a:moveTo>
                    <a:lnTo>
                      <a:pt x="0" y="1"/>
                    </a:lnTo>
                    <a:lnTo>
                      <a:pt x="40825" y="0"/>
                    </a:lnTo>
                    <a:lnTo>
                      <a:pt x="1165814" y="1123854"/>
                    </a:lnTo>
                    <a:lnTo>
                      <a:pt x="1164680" y="1123854"/>
                    </a:lnTo>
                    <a:lnTo>
                      <a:pt x="1164680" y="1164680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D39D863D-C379-4E72-B276-53F62D7E2B98}"/>
                  </a:ext>
                </a:extLst>
              </p:cNvPr>
              <p:cNvSpPr/>
              <p:nvPr/>
            </p:nvSpPr>
            <p:spPr>
              <a:xfrm rot="13500280">
                <a:off x="-69307" y="930608"/>
                <a:ext cx="1079626" cy="1079626"/>
              </a:xfrm>
              <a:custGeom>
                <a:avLst/>
                <a:gdLst>
                  <a:gd name="connsiteX0" fmla="*/ 1079626 w 1079626"/>
                  <a:gd name="connsiteY0" fmla="*/ 1079626 h 1079626"/>
                  <a:gd name="connsiteX1" fmla="*/ 0 w 1079626"/>
                  <a:gd name="connsiteY1" fmla="*/ 1 h 1079626"/>
                  <a:gd name="connsiteX2" fmla="*/ 40826 w 1079626"/>
                  <a:gd name="connsiteY2" fmla="*/ 0 h 1079626"/>
                  <a:gd name="connsiteX3" fmla="*/ 1079626 w 1079626"/>
                  <a:gd name="connsiteY3" fmla="*/ 1038800 h 1079626"/>
                  <a:gd name="connsiteX4" fmla="*/ 1079626 w 1079626"/>
                  <a:gd name="connsiteY4" fmla="*/ 1079626 h 107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9626" h="1079626">
                    <a:moveTo>
                      <a:pt x="1079626" y="1079626"/>
                    </a:moveTo>
                    <a:lnTo>
                      <a:pt x="0" y="1"/>
                    </a:lnTo>
                    <a:lnTo>
                      <a:pt x="40826" y="0"/>
                    </a:lnTo>
                    <a:lnTo>
                      <a:pt x="1079626" y="1038800"/>
                    </a:lnTo>
                    <a:lnTo>
                      <a:pt x="1079626" y="1079626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9079BA6D-6450-46A6-9874-663ABFE497CE}"/>
                  </a:ext>
                </a:extLst>
              </p:cNvPr>
              <p:cNvSpPr/>
              <p:nvPr/>
            </p:nvSpPr>
            <p:spPr>
              <a:xfrm rot="13500280">
                <a:off x="-87157" y="973697"/>
                <a:ext cx="993437" cy="993438"/>
              </a:xfrm>
              <a:custGeom>
                <a:avLst/>
                <a:gdLst>
                  <a:gd name="connsiteX0" fmla="*/ 993437 w 993437"/>
                  <a:gd name="connsiteY0" fmla="*/ 993438 h 993438"/>
                  <a:gd name="connsiteX1" fmla="*/ 0 w 993437"/>
                  <a:gd name="connsiteY1" fmla="*/ 0 h 993438"/>
                  <a:gd name="connsiteX2" fmla="*/ 40825 w 993437"/>
                  <a:gd name="connsiteY2" fmla="*/ 1 h 993438"/>
                  <a:gd name="connsiteX3" fmla="*/ 993437 w 993437"/>
                  <a:gd name="connsiteY3" fmla="*/ 952612 h 993438"/>
                  <a:gd name="connsiteX4" fmla="*/ 993437 w 993437"/>
                  <a:gd name="connsiteY4" fmla="*/ 993438 h 99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3437" h="993438">
                    <a:moveTo>
                      <a:pt x="993437" y="993438"/>
                    </a:moveTo>
                    <a:lnTo>
                      <a:pt x="0" y="0"/>
                    </a:lnTo>
                    <a:lnTo>
                      <a:pt x="40825" y="1"/>
                    </a:lnTo>
                    <a:lnTo>
                      <a:pt x="993437" y="952612"/>
                    </a:lnTo>
                    <a:lnTo>
                      <a:pt x="993437" y="99343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A4CFFBA8-B565-42FA-9C0D-4FC6525B06C1}"/>
                  </a:ext>
                </a:extLst>
              </p:cNvPr>
              <p:cNvSpPr/>
              <p:nvPr/>
            </p:nvSpPr>
            <p:spPr>
              <a:xfrm rot="13500280">
                <a:off x="-105173" y="1017188"/>
                <a:ext cx="908383" cy="907248"/>
              </a:xfrm>
              <a:custGeom>
                <a:avLst/>
                <a:gdLst>
                  <a:gd name="connsiteX0" fmla="*/ 907249 w 908383"/>
                  <a:gd name="connsiteY0" fmla="*/ 907248 h 907248"/>
                  <a:gd name="connsiteX1" fmla="*/ 0 w 908383"/>
                  <a:gd name="connsiteY1" fmla="*/ 0 h 907248"/>
                  <a:gd name="connsiteX2" fmla="*/ 40827 w 908383"/>
                  <a:gd name="connsiteY2" fmla="*/ 0 h 907248"/>
                  <a:gd name="connsiteX3" fmla="*/ 908383 w 908383"/>
                  <a:gd name="connsiteY3" fmla="*/ 866422 h 907248"/>
                  <a:gd name="connsiteX4" fmla="*/ 907249 w 908383"/>
                  <a:gd name="connsiteY4" fmla="*/ 866422 h 907248"/>
                  <a:gd name="connsiteX5" fmla="*/ 907249 w 908383"/>
                  <a:gd name="connsiteY5" fmla="*/ 907248 h 90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8383" h="907248">
                    <a:moveTo>
                      <a:pt x="907249" y="907248"/>
                    </a:moveTo>
                    <a:lnTo>
                      <a:pt x="0" y="0"/>
                    </a:lnTo>
                    <a:lnTo>
                      <a:pt x="40827" y="0"/>
                    </a:lnTo>
                    <a:lnTo>
                      <a:pt x="908383" y="866422"/>
                    </a:lnTo>
                    <a:lnTo>
                      <a:pt x="907249" y="866422"/>
                    </a:lnTo>
                    <a:lnTo>
                      <a:pt x="907249" y="90724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98016DB4-3354-4E78-B07E-1D722297B864}"/>
                  </a:ext>
                </a:extLst>
              </p:cNvPr>
              <p:cNvSpPr/>
              <p:nvPr/>
            </p:nvSpPr>
            <p:spPr>
              <a:xfrm rot="13500280">
                <a:off x="-123024" y="1060277"/>
                <a:ext cx="822195" cy="821061"/>
              </a:xfrm>
              <a:custGeom>
                <a:avLst/>
                <a:gdLst>
                  <a:gd name="connsiteX0" fmla="*/ 821060 w 822195"/>
                  <a:gd name="connsiteY0" fmla="*/ 821061 h 821061"/>
                  <a:gd name="connsiteX1" fmla="*/ 0 w 822195"/>
                  <a:gd name="connsiteY1" fmla="*/ 0 h 821061"/>
                  <a:gd name="connsiteX2" fmla="*/ 40826 w 822195"/>
                  <a:gd name="connsiteY2" fmla="*/ 1 h 821061"/>
                  <a:gd name="connsiteX3" fmla="*/ 822195 w 822195"/>
                  <a:gd name="connsiteY3" fmla="*/ 780235 h 821061"/>
                  <a:gd name="connsiteX4" fmla="*/ 821060 w 822195"/>
                  <a:gd name="connsiteY4" fmla="*/ 780235 h 821061"/>
                  <a:gd name="connsiteX5" fmla="*/ 821060 w 822195"/>
                  <a:gd name="connsiteY5" fmla="*/ 821061 h 821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195" h="821061">
                    <a:moveTo>
                      <a:pt x="821060" y="821061"/>
                    </a:moveTo>
                    <a:lnTo>
                      <a:pt x="0" y="0"/>
                    </a:lnTo>
                    <a:lnTo>
                      <a:pt x="40826" y="1"/>
                    </a:lnTo>
                    <a:lnTo>
                      <a:pt x="822195" y="780235"/>
                    </a:lnTo>
                    <a:lnTo>
                      <a:pt x="821060" y="780235"/>
                    </a:lnTo>
                    <a:lnTo>
                      <a:pt x="821060" y="821061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0CB1EA35-0D05-4F13-871D-0CAB5CECD44A}"/>
                  </a:ext>
                </a:extLst>
              </p:cNvPr>
              <p:cNvSpPr/>
              <p:nvPr/>
            </p:nvSpPr>
            <p:spPr>
              <a:xfrm rot="13500280">
                <a:off x="-140475" y="1102398"/>
                <a:ext cx="736006" cy="736005"/>
              </a:xfrm>
              <a:custGeom>
                <a:avLst/>
                <a:gdLst>
                  <a:gd name="connsiteX0" fmla="*/ 736005 w 736006"/>
                  <a:gd name="connsiteY0" fmla="*/ 736005 h 736005"/>
                  <a:gd name="connsiteX1" fmla="*/ 0 w 736006"/>
                  <a:gd name="connsiteY1" fmla="*/ 0 h 736005"/>
                  <a:gd name="connsiteX2" fmla="*/ 40826 w 736006"/>
                  <a:gd name="connsiteY2" fmla="*/ 0 h 736005"/>
                  <a:gd name="connsiteX3" fmla="*/ 736006 w 736006"/>
                  <a:gd name="connsiteY3" fmla="*/ 695179 h 736005"/>
                  <a:gd name="connsiteX4" fmla="*/ 736005 w 736006"/>
                  <a:gd name="connsiteY4" fmla="*/ 736005 h 736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6006" h="736005">
                    <a:moveTo>
                      <a:pt x="736005" y="736005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736006" y="695179"/>
                    </a:lnTo>
                    <a:lnTo>
                      <a:pt x="736005" y="736005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17F84AF5-3C7F-4D42-92A9-CCA3CDB8EB55}"/>
                  </a:ext>
                </a:extLst>
              </p:cNvPr>
              <p:cNvSpPr/>
              <p:nvPr/>
            </p:nvSpPr>
            <p:spPr>
              <a:xfrm rot="13500280">
                <a:off x="-158323" y="1145488"/>
                <a:ext cx="649817" cy="649817"/>
              </a:xfrm>
              <a:custGeom>
                <a:avLst/>
                <a:gdLst>
                  <a:gd name="connsiteX0" fmla="*/ 649817 w 649817"/>
                  <a:gd name="connsiteY0" fmla="*/ 649817 h 649817"/>
                  <a:gd name="connsiteX1" fmla="*/ 0 w 649817"/>
                  <a:gd name="connsiteY1" fmla="*/ 0 h 649817"/>
                  <a:gd name="connsiteX2" fmla="*/ 40826 w 649817"/>
                  <a:gd name="connsiteY2" fmla="*/ 0 h 649817"/>
                  <a:gd name="connsiteX3" fmla="*/ 649817 w 649817"/>
                  <a:gd name="connsiteY3" fmla="*/ 608990 h 649817"/>
                  <a:gd name="connsiteX4" fmla="*/ 649817 w 649817"/>
                  <a:gd name="connsiteY4" fmla="*/ 649817 h 649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817" h="649817">
                    <a:moveTo>
                      <a:pt x="649817" y="649817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649817" y="608990"/>
                    </a:lnTo>
                    <a:lnTo>
                      <a:pt x="649817" y="64981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FA8E90CE-90F4-42ED-AAAF-0F139BE4E3D5}"/>
                  </a:ext>
                </a:extLst>
              </p:cNvPr>
              <p:cNvSpPr/>
              <p:nvPr/>
            </p:nvSpPr>
            <p:spPr>
              <a:xfrm rot="13500280">
                <a:off x="-176338" y="1188978"/>
                <a:ext cx="564761" cy="563628"/>
              </a:xfrm>
              <a:custGeom>
                <a:avLst/>
                <a:gdLst>
                  <a:gd name="connsiteX0" fmla="*/ 563628 w 564761"/>
                  <a:gd name="connsiteY0" fmla="*/ 563628 h 563628"/>
                  <a:gd name="connsiteX1" fmla="*/ 0 w 564761"/>
                  <a:gd name="connsiteY1" fmla="*/ 0 h 563628"/>
                  <a:gd name="connsiteX2" fmla="*/ 40826 w 564761"/>
                  <a:gd name="connsiteY2" fmla="*/ 0 h 563628"/>
                  <a:gd name="connsiteX3" fmla="*/ 564761 w 564761"/>
                  <a:gd name="connsiteY3" fmla="*/ 522802 h 563628"/>
                  <a:gd name="connsiteX4" fmla="*/ 563629 w 564761"/>
                  <a:gd name="connsiteY4" fmla="*/ 522802 h 563628"/>
                  <a:gd name="connsiteX5" fmla="*/ 563628 w 564761"/>
                  <a:gd name="connsiteY5" fmla="*/ 563628 h 56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64761" h="563628">
                    <a:moveTo>
                      <a:pt x="563628" y="563628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564761" y="522802"/>
                    </a:lnTo>
                    <a:lnTo>
                      <a:pt x="563629" y="522802"/>
                    </a:lnTo>
                    <a:lnTo>
                      <a:pt x="563628" y="56362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7C1C105E-FE0D-4A36-AE5B-BBA110F6EE53}"/>
                  </a:ext>
                </a:extLst>
              </p:cNvPr>
              <p:cNvSpPr/>
              <p:nvPr userDrawn="1"/>
            </p:nvSpPr>
            <p:spPr>
              <a:xfrm rot="13500280">
                <a:off x="-194190" y="1232066"/>
                <a:ext cx="478574" cy="477440"/>
              </a:xfrm>
              <a:custGeom>
                <a:avLst/>
                <a:gdLst>
                  <a:gd name="connsiteX0" fmla="*/ 478574 w 478574"/>
                  <a:gd name="connsiteY0" fmla="*/ 477440 h 477440"/>
                  <a:gd name="connsiteX1" fmla="*/ 0 w 478574"/>
                  <a:gd name="connsiteY1" fmla="*/ 0 h 477440"/>
                  <a:gd name="connsiteX2" fmla="*/ 40826 w 478574"/>
                  <a:gd name="connsiteY2" fmla="*/ 0 h 477440"/>
                  <a:gd name="connsiteX3" fmla="*/ 478573 w 478574"/>
                  <a:gd name="connsiteY3" fmla="*/ 437747 h 477440"/>
                  <a:gd name="connsiteX4" fmla="*/ 478574 w 478574"/>
                  <a:gd name="connsiteY4" fmla="*/ 477440 h 477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574" h="477440">
                    <a:moveTo>
                      <a:pt x="478574" y="477440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478573" y="437747"/>
                    </a:lnTo>
                    <a:lnTo>
                      <a:pt x="478574" y="477440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FEE07693-1822-40D4-88A4-0F663C787D7E}"/>
                  </a:ext>
                </a:extLst>
              </p:cNvPr>
              <p:cNvSpPr/>
              <p:nvPr userDrawn="1"/>
            </p:nvSpPr>
            <p:spPr>
              <a:xfrm>
                <a:off x="2202360" y="6829131"/>
                <a:ext cx="918980" cy="28869"/>
              </a:xfrm>
              <a:custGeom>
                <a:avLst/>
                <a:gdLst>
                  <a:gd name="connsiteX0" fmla="*/ 0 w 918980"/>
                  <a:gd name="connsiteY0" fmla="*/ 0 h 28869"/>
                  <a:gd name="connsiteX1" fmla="*/ 918980 w 918980"/>
                  <a:gd name="connsiteY1" fmla="*/ 0 h 28869"/>
                  <a:gd name="connsiteX2" fmla="*/ 890112 w 918980"/>
                  <a:gd name="connsiteY2" fmla="*/ 28868 h 28869"/>
                  <a:gd name="connsiteX3" fmla="*/ 28869 w 918980"/>
                  <a:gd name="connsiteY3" fmla="*/ 28869 h 28869"/>
                  <a:gd name="connsiteX4" fmla="*/ 0 w 918980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8980" h="28869">
                    <a:moveTo>
                      <a:pt x="0" y="0"/>
                    </a:moveTo>
                    <a:lnTo>
                      <a:pt x="918980" y="0"/>
                    </a:lnTo>
                    <a:lnTo>
                      <a:pt x="890112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AD282910-ECE9-4B26-9656-AD1D41D44AC8}"/>
                  </a:ext>
                </a:extLst>
              </p:cNvPr>
              <p:cNvSpPr/>
              <p:nvPr userDrawn="1"/>
            </p:nvSpPr>
            <p:spPr>
              <a:xfrm>
                <a:off x="1089323" y="5806086"/>
                <a:ext cx="30139" cy="1051915"/>
              </a:xfrm>
              <a:custGeom>
                <a:avLst/>
                <a:gdLst>
                  <a:gd name="connsiteX0" fmla="*/ 28833 w 30139"/>
                  <a:gd name="connsiteY0" fmla="*/ 0 h 1051915"/>
                  <a:gd name="connsiteX1" fmla="*/ 30139 w 30139"/>
                  <a:gd name="connsiteY1" fmla="*/ 1051915 h 1051915"/>
                  <a:gd name="connsiteX2" fmla="*/ 1271 w 30139"/>
                  <a:gd name="connsiteY2" fmla="*/ 1051915 h 1051915"/>
                  <a:gd name="connsiteX3" fmla="*/ 0 w 30139"/>
                  <a:gd name="connsiteY3" fmla="*/ 28904 h 1051915"/>
                  <a:gd name="connsiteX4" fmla="*/ 28833 w 30139"/>
                  <a:gd name="connsiteY4" fmla="*/ 0 h 105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139" h="1051915">
                    <a:moveTo>
                      <a:pt x="28833" y="0"/>
                    </a:moveTo>
                    <a:lnTo>
                      <a:pt x="30139" y="1051915"/>
                    </a:lnTo>
                    <a:lnTo>
                      <a:pt x="1271" y="1051915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7C7A453C-4565-4652-9781-F1488009734C}"/>
                  </a:ext>
                </a:extLst>
              </p:cNvPr>
              <p:cNvSpPr/>
              <p:nvPr userDrawn="1"/>
            </p:nvSpPr>
            <p:spPr>
              <a:xfrm>
                <a:off x="1028453" y="5867106"/>
                <a:ext cx="30064" cy="990894"/>
              </a:xfrm>
              <a:custGeom>
                <a:avLst/>
                <a:gdLst>
                  <a:gd name="connsiteX0" fmla="*/ 28833 w 30064"/>
                  <a:gd name="connsiteY0" fmla="*/ 0 h 990894"/>
                  <a:gd name="connsiteX1" fmla="*/ 30064 w 30064"/>
                  <a:gd name="connsiteY1" fmla="*/ 990894 h 990894"/>
                  <a:gd name="connsiteX2" fmla="*/ 1195 w 30064"/>
                  <a:gd name="connsiteY2" fmla="*/ 990894 h 990894"/>
                  <a:gd name="connsiteX3" fmla="*/ 0 w 30064"/>
                  <a:gd name="connsiteY3" fmla="*/ 28904 h 990894"/>
                  <a:gd name="connsiteX4" fmla="*/ 28833 w 30064"/>
                  <a:gd name="connsiteY4" fmla="*/ 0 h 990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64" h="990894">
                    <a:moveTo>
                      <a:pt x="28833" y="0"/>
                    </a:moveTo>
                    <a:lnTo>
                      <a:pt x="30064" y="990894"/>
                    </a:lnTo>
                    <a:lnTo>
                      <a:pt x="1195" y="990894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DE479407-B0BB-45F1-A93D-05ED5B41F316}"/>
                  </a:ext>
                </a:extLst>
              </p:cNvPr>
              <p:cNvSpPr/>
              <p:nvPr userDrawn="1"/>
            </p:nvSpPr>
            <p:spPr>
              <a:xfrm>
                <a:off x="967584" y="5928926"/>
                <a:ext cx="30790" cy="929074"/>
              </a:xfrm>
              <a:custGeom>
                <a:avLst/>
                <a:gdLst>
                  <a:gd name="connsiteX0" fmla="*/ 29636 w 30790"/>
                  <a:gd name="connsiteY0" fmla="*/ 0 h 929074"/>
                  <a:gd name="connsiteX1" fmla="*/ 30790 w 30790"/>
                  <a:gd name="connsiteY1" fmla="*/ 929074 h 929074"/>
                  <a:gd name="connsiteX2" fmla="*/ 1401 w 30790"/>
                  <a:gd name="connsiteY2" fmla="*/ 929074 h 929074"/>
                  <a:gd name="connsiteX3" fmla="*/ 0 w 30790"/>
                  <a:gd name="connsiteY3" fmla="*/ 28104 h 929074"/>
                  <a:gd name="connsiteX4" fmla="*/ 803 w 30790"/>
                  <a:gd name="connsiteY4" fmla="*/ 28905 h 929074"/>
                  <a:gd name="connsiteX5" fmla="*/ 29636 w 30790"/>
                  <a:gd name="connsiteY5" fmla="*/ 0 h 92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790" h="929074">
                    <a:moveTo>
                      <a:pt x="29636" y="0"/>
                    </a:moveTo>
                    <a:lnTo>
                      <a:pt x="30790" y="929074"/>
                    </a:lnTo>
                    <a:lnTo>
                      <a:pt x="1401" y="929074"/>
                    </a:lnTo>
                    <a:lnTo>
                      <a:pt x="0" y="28104"/>
                    </a:lnTo>
                    <a:lnTo>
                      <a:pt x="803" y="28905"/>
                    </a:lnTo>
                    <a:lnTo>
                      <a:pt x="29636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0271515D-B4B7-4502-B24F-DC5480444ED0}"/>
                  </a:ext>
                </a:extLst>
              </p:cNvPr>
              <p:cNvSpPr/>
              <p:nvPr userDrawn="1"/>
            </p:nvSpPr>
            <p:spPr>
              <a:xfrm>
                <a:off x="906717" y="5989948"/>
                <a:ext cx="30713" cy="868053"/>
              </a:xfrm>
              <a:custGeom>
                <a:avLst/>
                <a:gdLst>
                  <a:gd name="connsiteX0" fmla="*/ 29635 w 30713"/>
                  <a:gd name="connsiteY0" fmla="*/ 0 h 868053"/>
                  <a:gd name="connsiteX1" fmla="*/ 30713 w 30713"/>
                  <a:gd name="connsiteY1" fmla="*/ 868053 h 868053"/>
                  <a:gd name="connsiteX2" fmla="*/ 1319 w 30713"/>
                  <a:gd name="connsiteY2" fmla="*/ 868053 h 868053"/>
                  <a:gd name="connsiteX3" fmla="*/ 0 w 30713"/>
                  <a:gd name="connsiteY3" fmla="*/ 28103 h 868053"/>
                  <a:gd name="connsiteX4" fmla="*/ 802 w 30713"/>
                  <a:gd name="connsiteY4" fmla="*/ 28904 h 868053"/>
                  <a:gd name="connsiteX5" fmla="*/ 29635 w 30713"/>
                  <a:gd name="connsiteY5" fmla="*/ 0 h 868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713" h="868053">
                    <a:moveTo>
                      <a:pt x="29635" y="0"/>
                    </a:moveTo>
                    <a:lnTo>
                      <a:pt x="30713" y="868053"/>
                    </a:lnTo>
                    <a:lnTo>
                      <a:pt x="1319" y="868053"/>
                    </a:lnTo>
                    <a:lnTo>
                      <a:pt x="0" y="28103"/>
                    </a:lnTo>
                    <a:lnTo>
                      <a:pt x="802" y="28904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DB364732-EC14-4416-964A-13F3D77CDBBD}"/>
                  </a:ext>
                </a:extLst>
              </p:cNvPr>
              <p:cNvSpPr/>
              <p:nvPr userDrawn="1"/>
            </p:nvSpPr>
            <p:spPr>
              <a:xfrm>
                <a:off x="846647" y="6049364"/>
                <a:ext cx="29838" cy="808636"/>
              </a:xfrm>
              <a:custGeom>
                <a:avLst/>
                <a:gdLst>
                  <a:gd name="connsiteX0" fmla="*/ 28833 w 29838"/>
                  <a:gd name="connsiteY0" fmla="*/ 0 h 808636"/>
                  <a:gd name="connsiteX1" fmla="*/ 29838 w 29838"/>
                  <a:gd name="connsiteY1" fmla="*/ 808636 h 808636"/>
                  <a:gd name="connsiteX2" fmla="*/ 969 w 29838"/>
                  <a:gd name="connsiteY2" fmla="*/ 808636 h 808636"/>
                  <a:gd name="connsiteX3" fmla="*/ 0 w 29838"/>
                  <a:gd name="connsiteY3" fmla="*/ 28904 h 808636"/>
                  <a:gd name="connsiteX4" fmla="*/ 28833 w 29838"/>
                  <a:gd name="connsiteY4" fmla="*/ 0 h 80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838" h="808636">
                    <a:moveTo>
                      <a:pt x="28833" y="0"/>
                    </a:moveTo>
                    <a:lnTo>
                      <a:pt x="29838" y="808636"/>
                    </a:lnTo>
                    <a:lnTo>
                      <a:pt x="969" y="808636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619347B5-2692-4514-B67B-159C25FA4940}"/>
                  </a:ext>
                </a:extLst>
              </p:cNvPr>
              <p:cNvSpPr/>
              <p:nvPr userDrawn="1"/>
            </p:nvSpPr>
            <p:spPr>
              <a:xfrm>
                <a:off x="785780" y="6110384"/>
                <a:ext cx="29761" cy="747617"/>
              </a:xfrm>
              <a:custGeom>
                <a:avLst/>
                <a:gdLst>
                  <a:gd name="connsiteX0" fmla="*/ 28832 w 29761"/>
                  <a:gd name="connsiteY0" fmla="*/ 0 h 747617"/>
                  <a:gd name="connsiteX1" fmla="*/ 29761 w 29761"/>
                  <a:gd name="connsiteY1" fmla="*/ 747617 h 747617"/>
                  <a:gd name="connsiteX2" fmla="*/ 893 w 29761"/>
                  <a:gd name="connsiteY2" fmla="*/ 747617 h 747617"/>
                  <a:gd name="connsiteX3" fmla="*/ 0 w 29761"/>
                  <a:gd name="connsiteY3" fmla="*/ 28905 h 747617"/>
                  <a:gd name="connsiteX4" fmla="*/ 28832 w 29761"/>
                  <a:gd name="connsiteY4" fmla="*/ 0 h 747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61" h="747617">
                    <a:moveTo>
                      <a:pt x="28832" y="0"/>
                    </a:moveTo>
                    <a:lnTo>
                      <a:pt x="29761" y="747617"/>
                    </a:lnTo>
                    <a:lnTo>
                      <a:pt x="893" y="747617"/>
                    </a:lnTo>
                    <a:lnTo>
                      <a:pt x="0" y="28905"/>
                    </a:lnTo>
                    <a:lnTo>
                      <a:pt x="28832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E1746638-BCA2-4B8F-A315-9514E1973CDD}"/>
                  </a:ext>
                </a:extLst>
              </p:cNvPr>
              <p:cNvSpPr/>
              <p:nvPr userDrawn="1"/>
            </p:nvSpPr>
            <p:spPr>
              <a:xfrm>
                <a:off x="724911" y="6172206"/>
                <a:ext cx="30487" cy="685795"/>
              </a:xfrm>
              <a:custGeom>
                <a:avLst/>
                <a:gdLst>
                  <a:gd name="connsiteX0" fmla="*/ 29635 w 30487"/>
                  <a:gd name="connsiteY0" fmla="*/ 0 h 685795"/>
                  <a:gd name="connsiteX1" fmla="*/ 30487 w 30487"/>
                  <a:gd name="connsiteY1" fmla="*/ 685795 h 685795"/>
                  <a:gd name="connsiteX2" fmla="*/ 1071 w 30487"/>
                  <a:gd name="connsiteY2" fmla="*/ 685795 h 685795"/>
                  <a:gd name="connsiteX3" fmla="*/ 0 w 30487"/>
                  <a:gd name="connsiteY3" fmla="*/ 28103 h 685795"/>
                  <a:gd name="connsiteX4" fmla="*/ 803 w 30487"/>
                  <a:gd name="connsiteY4" fmla="*/ 28904 h 685795"/>
                  <a:gd name="connsiteX5" fmla="*/ 29635 w 30487"/>
                  <a:gd name="connsiteY5" fmla="*/ 0 h 68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487" h="685795">
                    <a:moveTo>
                      <a:pt x="29635" y="0"/>
                    </a:moveTo>
                    <a:lnTo>
                      <a:pt x="30487" y="685795"/>
                    </a:lnTo>
                    <a:lnTo>
                      <a:pt x="1071" y="685795"/>
                    </a:lnTo>
                    <a:lnTo>
                      <a:pt x="0" y="28103"/>
                    </a:lnTo>
                    <a:lnTo>
                      <a:pt x="803" y="28904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47F56D6B-560F-4123-9E05-11ACF383DF87}"/>
                  </a:ext>
                </a:extLst>
              </p:cNvPr>
              <p:cNvSpPr/>
              <p:nvPr userDrawn="1"/>
            </p:nvSpPr>
            <p:spPr>
              <a:xfrm>
                <a:off x="664843" y="6231622"/>
                <a:ext cx="29611" cy="626379"/>
              </a:xfrm>
              <a:custGeom>
                <a:avLst/>
                <a:gdLst>
                  <a:gd name="connsiteX0" fmla="*/ 28833 w 29611"/>
                  <a:gd name="connsiteY0" fmla="*/ 0 h 626379"/>
                  <a:gd name="connsiteX1" fmla="*/ 29611 w 29611"/>
                  <a:gd name="connsiteY1" fmla="*/ 626379 h 626379"/>
                  <a:gd name="connsiteX2" fmla="*/ 742 w 29611"/>
                  <a:gd name="connsiteY2" fmla="*/ 626379 h 626379"/>
                  <a:gd name="connsiteX3" fmla="*/ 0 w 29611"/>
                  <a:gd name="connsiteY3" fmla="*/ 28904 h 626379"/>
                  <a:gd name="connsiteX4" fmla="*/ 28833 w 29611"/>
                  <a:gd name="connsiteY4" fmla="*/ 0 h 626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11" h="626379">
                    <a:moveTo>
                      <a:pt x="28833" y="0"/>
                    </a:moveTo>
                    <a:lnTo>
                      <a:pt x="29611" y="626379"/>
                    </a:lnTo>
                    <a:lnTo>
                      <a:pt x="742" y="626379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2FD3A4D4-C05F-4057-8408-6FF0887E068F}"/>
                  </a:ext>
                </a:extLst>
              </p:cNvPr>
              <p:cNvSpPr/>
              <p:nvPr userDrawn="1"/>
            </p:nvSpPr>
            <p:spPr>
              <a:xfrm>
                <a:off x="603974" y="6292642"/>
                <a:ext cx="29535" cy="565359"/>
              </a:xfrm>
              <a:custGeom>
                <a:avLst/>
                <a:gdLst>
                  <a:gd name="connsiteX0" fmla="*/ 28833 w 29535"/>
                  <a:gd name="connsiteY0" fmla="*/ 0 h 565359"/>
                  <a:gd name="connsiteX1" fmla="*/ 29535 w 29535"/>
                  <a:gd name="connsiteY1" fmla="*/ 565359 h 565359"/>
                  <a:gd name="connsiteX2" fmla="*/ 666 w 29535"/>
                  <a:gd name="connsiteY2" fmla="*/ 565359 h 565359"/>
                  <a:gd name="connsiteX3" fmla="*/ 0 w 29535"/>
                  <a:gd name="connsiteY3" fmla="*/ 28904 h 565359"/>
                  <a:gd name="connsiteX4" fmla="*/ 28833 w 29535"/>
                  <a:gd name="connsiteY4" fmla="*/ 0 h 565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535" h="565359">
                    <a:moveTo>
                      <a:pt x="28833" y="0"/>
                    </a:moveTo>
                    <a:lnTo>
                      <a:pt x="29535" y="565359"/>
                    </a:lnTo>
                    <a:lnTo>
                      <a:pt x="666" y="565359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2EAC669-BA43-4F58-9784-4CCDFE4D6F4E}"/>
                  </a:ext>
                </a:extLst>
              </p:cNvPr>
              <p:cNvSpPr/>
              <p:nvPr userDrawn="1"/>
            </p:nvSpPr>
            <p:spPr>
              <a:xfrm>
                <a:off x="543104" y="6353662"/>
                <a:ext cx="29460" cy="504339"/>
              </a:xfrm>
              <a:custGeom>
                <a:avLst/>
                <a:gdLst>
                  <a:gd name="connsiteX0" fmla="*/ 28833 w 29460"/>
                  <a:gd name="connsiteY0" fmla="*/ 0 h 504339"/>
                  <a:gd name="connsiteX1" fmla="*/ 29460 w 29460"/>
                  <a:gd name="connsiteY1" fmla="*/ 504339 h 504339"/>
                  <a:gd name="connsiteX2" fmla="*/ 591 w 29460"/>
                  <a:gd name="connsiteY2" fmla="*/ 504339 h 504339"/>
                  <a:gd name="connsiteX3" fmla="*/ 0 w 29460"/>
                  <a:gd name="connsiteY3" fmla="*/ 28905 h 504339"/>
                  <a:gd name="connsiteX4" fmla="*/ 28833 w 29460"/>
                  <a:gd name="connsiteY4" fmla="*/ 0 h 504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460" h="504339">
                    <a:moveTo>
                      <a:pt x="28833" y="0"/>
                    </a:moveTo>
                    <a:lnTo>
                      <a:pt x="29460" y="504339"/>
                    </a:lnTo>
                    <a:lnTo>
                      <a:pt x="591" y="504339"/>
                    </a:lnTo>
                    <a:lnTo>
                      <a:pt x="0" y="28905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73CAE3B4-689F-4EC3-8CC9-EB6D360E3846}"/>
                  </a:ext>
                </a:extLst>
              </p:cNvPr>
              <p:cNvSpPr/>
              <p:nvPr userDrawn="1"/>
            </p:nvSpPr>
            <p:spPr>
              <a:xfrm>
                <a:off x="482237" y="6415482"/>
                <a:ext cx="30185" cy="442518"/>
              </a:xfrm>
              <a:custGeom>
                <a:avLst/>
                <a:gdLst>
                  <a:gd name="connsiteX0" fmla="*/ 29635 w 30185"/>
                  <a:gd name="connsiteY0" fmla="*/ 0 h 442518"/>
                  <a:gd name="connsiteX1" fmla="*/ 30185 w 30185"/>
                  <a:gd name="connsiteY1" fmla="*/ 442518 h 442518"/>
                  <a:gd name="connsiteX2" fmla="*/ 724 w 30185"/>
                  <a:gd name="connsiteY2" fmla="*/ 442518 h 442518"/>
                  <a:gd name="connsiteX3" fmla="*/ 0 w 30185"/>
                  <a:gd name="connsiteY3" fmla="*/ 28104 h 442518"/>
                  <a:gd name="connsiteX4" fmla="*/ 803 w 30185"/>
                  <a:gd name="connsiteY4" fmla="*/ 28905 h 442518"/>
                  <a:gd name="connsiteX5" fmla="*/ 29635 w 30185"/>
                  <a:gd name="connsiteY5" fmla="*/ 0 h 44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185" h="442518">
                    <a:moveTo>
                      <a:pt x="29635" y="0"/>
                    </a:moveTo>
                    <a:lnTo>
                      <a:pt x="30185" y="442518"/>
                    </a:lnTo>
                    <a:lnTo>
                      <a:pt x="724" y="442518"/>
                    </a:lnTo>
                    <a:lnTo>
                      <a:pt x="0" y="28104"/>
                    </a:lnTo>
                    <a:lnTo>
                      <a:pt x="803" y="28905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8665978C-1CDF-4EF9-9A5C-4C6C0B3BE0F0}"/>
                  </a:ext>
                </a:extLst>
              </p:cNvPr>
              <p:cNvSpPr/>
              <p:nvPr userDrawn="1"/>
            </p:nvSpPr>
            <p:spPr>
              <a:xfrm>
                <a:off x="422168" y="6474900"/>
                <a:ext cx="29308" cy="383101"/>
              </a:xfrm>
              <a:custGeom>
                <a:avLst/>
                <a:gdLst>
                  <a:gd name="connsiteX0" fmla="*/ 28832 w 29308"/>
                  <a:gd name="connsiteY0" fmla="*/ 0 h 383101"/>
                  <a:gd name="connsiteX1" fmla="*/ 29308 w 29308"/>
                  <a:gd name="connsiteY1" fmla="*/ 383101 h 383101"/>
                  <a:gd name="connsiteX2" fmla="*/ 440 w 29308"/>
                  <a:gd name="connsiteY2" fmla="*/ 383101 h 383101"/>
                  <a:gd name="connsiteX3" fmla="*/ 0 w 29308"/>
                  <a:gd name="connsiteY3" fmla="*/ 28904 h 383101"/>
                  <a:gd name="connsiteX4" fmla="*/ 28832 w 29308"/>
                  <a:gd name="connsiteY4" fmla="*/ 0 h 383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08" h="383101">
                    <a:moveTo>
                      <a:pt x="28832" y="0"/>
                    </a:moveTo>
                    <a:lnTo>
                      <a:pt x="29308" y="383101"/>
                    </a:lnTo>
                    <a:lnTo>
                      <a:pt x="440" y="383101"/>
                    </a:lnTo>
                    <a:lnTo>
                      <a:pt x="0" y="28904"/>
                    </a:lnTo>
                    <a:lnTo>
                      <a:pt x="28832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97F81447-DAE2-4092-B156-2723E18064A7}"/>
                  </a:ext>
                </a:extLst>
              </p:cNvPr>
              <p:cNvSpPr/>
              <p:nvPr userDrawn="1"/>
            </p:nvSpPr>
            <p:spPr>
              <a:xfrm>
                <a:off x="361300" y="6535920"/>
                <a:ext cx="29233" cy="322081"/>
              </a:xfrm>
              <a:custGeom>
                <a:avLst/>
                <a:gdLst>
                  <a:gd name="connsiteX0" fmla="*/ 28833 w 29233"/>
                  <a:gd name="connsiteY0" fmla="*/ 0 h 322081"/>
                  <a:gd name="connsiteX1" fmla="*/ 29233 w 29233"/>
                  <a:gd name="connsiteY1" fmla="*/ 322081 h 322081"/>
                  <a:gd name="connsiteX2" fmla="*/ 364 w 29233"/>
                  <a:gd name="connsiteY2" fmla="*/ 322081 h 322081"/>
                  <a:gd name="connsiteX3" fmla="*/ 0 w 29233"/>
                  <a:gd name="connsiteY3" fmla="*/ 28904 h 322081"/>
                  <a:gd name="connsiteX4" fmla="*/ 28833 w 29233"/>
                  <a:gd name="connsiteY4" fmla="*/ 0 h 322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33" h="322081">
                    <a:moveTo>
                      <a:pt x="28833" y="0"/>
                    </a:moveTo>
                    <a:lnTo>
                      <a:pt x="29233" y="322081"/>
                    </a:lnTo>
                    <a:lnTo>
                      <a:pt x="364" y="322081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AB0C8140-456A-4593-9DC3-5A53E63B0CDF}"/>
                  </a:ext>
                </a:extLst>
              </p:cNvPr>
              <p:cNvSpPr/>
              <p:nvPr userDrawn="1"/>
            </p:nvSpPr>
            <p:spPr>
              <a:xfrm>
                <a:off x="300431" y="6597740"/>
                <a:ext cx="29959" cy="260260"/>
              </a:xfrm>
              <a:custGeom>
                <a:avLst/>
                <a:gdLst>
                  <a:gd name="connsiteX0" fmla="*/ 29636 w 29959"/>
                  <a:gd name="connsiteY0" fmla="*/ 0 h 260260"/>
                  <a:gd name="connsiteX1" fmla="*/ 29959 w 29959"/>
                  <a:gd name="connsiteY1" fmla="*/ 260260 h 260260"/>
                  <a:gd name="connsiteX2" fmla="*/ 440 w 29959"/>
                  <a:gd name="connsiteY2" fmla="*/ 260260 h 260260"/>
                  <a:gd name="connsiteX3" fmla="*/ 0 w 29959"/>
                  <a:gd name="connsiteY3" fmla="*/ 28104 h 260260"/>
                  <a:gd name="connsiteX4" fmla="*/ 803 w 29959"/>
                  <a:gd name="connsiteY4" fmla="*/ 28904 h 260260"/>
                  <a:gd name="connsiteX5" fmla="*/ 29636 w 29959"/>
                  <a:gd name="connsiteY5" fmla="*/ 0 h 26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59" h="260260">
                    <a:moveTo>
                      <a:pt x="29636" y="0"/>
                    </a:moveTo>
                    <a:lnTo>
                      <a:pt x="29959" y="260260"/>
                    </a:lnTo>
                    <a:lnTo>
                      <a:pt x="440" y="260260"/>
                    </a:lnTo>
                    <a:lnTo>
                      <a:pt x="0" y="28104"/>
                    </a:lnTo>
                    <a:lnTo>
                      <a:pt x="803" y="28904"/>
                    </a:lnTo>
                    <a:lnTo>
                      <a:pt x="29636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E1411ED6-803D-4C5A-8E92-8EAC28ACA255}"/>
                  </a:ext>
                </a:extLst>
              </p:cNvPr>
              <p:cNvSpPr/>
              <p:nvPr userDrawn="1"/>
            </p:nvSpPr>
            <p:spPr>
              <a:xfrm>
                <a:off x="239562" y="6658760"/>
                <a:ext cx="29882" cy="199240"/>
              </a:xfrm>
              <a:custGeom>
                <a:avLst/>
                <a:gdLst>
                  <a:gd name="connsiteX0" fmla="*/ 29635 w 29882"/>
                  <a:gd name="connsiteY0" fmla="*/ 0 h 199240"/>
                  <a:gd name="connsiteX1" fmla="*/ 29882 w 29882"/>
                  <a:gd name="connsiteY1" fmla="*/ 199240 h 199240"/>
                  <a:gd name="connsiteX2" fmla="*/ 337 w 29882"/>
                  <a:gd name="connsiteY2" fmla="*/ 199240 h 199240"/>
                  <a:gd name="connsiteX3" fmla="*/ 0 w 29882"/>
                  <a:gd name="connsiteY3" fmla="*/ 28103 h 199240"/>
                  <a:gd name="connsiteX4" fmla="*/ 803 w 29882"/>
                  <a:gd name="connsiteY4" fmla="*/ 28904 h 199240"/>
                  <a:gd name="connsiteX5" fmla="*/ 29635 w 29882"/>
                  <a:gd name="connsiteY5" fmla="*/ 0 h 199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882" h="199240">
                    <a:moveTo>
                      <a:pt x="29635" y="0"/>
                    </a:moveTo>
                    <a:lnTo>
                      <a:pt x="29882" y="199240"/>
                    </a:lnTo>
                    <a:lnTo>
                      <a:pt x="337" y="199240"/>
                    </a:lnTo>
                    <a:lnTo>
                      <a:pt x="0" y="28103"/>
                    </a:lnTo>
                    <a:lnTo>
                      <a:pt x="803" y="28904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D3F198DF-8521-45A1-8BAE-4FC70FC420A8}"/>
                  </a:ext>
                </a:extLst>
              </p:cNvPr>
              <p:cNvSpPr/>
              <p:nvPr userDrawn="1"/>
            </p:nvSpPr>
            <p:spPr>
              <a:xfrm>
                <a:off x="179494" y="6718178"/>
                <a:ext cx="29006" cy="139823"/>
              </a:xfrm>
              <a:custGeom>
                <a:avLst/>
                <a:gdLst>
                  <a:gd name="connsiteX0" fmla="*/ 28832 w 29006"/>
                  <a:gd name="connsiteY0" fmla="*/ 0 h 139823"/>
                  <a:gd name="connsiteX1" fmla="*/ 29006 w 29006"/>
                  <a:gd name="connsiteY1" fmla="*/ 139823 h 139823"/>
                  <a:gd name="connsiteX2" fmla="*/ 138 w 29006"/>
                  <a:gd name="connsiteY2" fmla="*/ 139823 h 139823"/>
                  <a:gd name="connsiteX3" fmla="*/ 0 w 29006"/>
                  <a:gd name="connsiteY3" fmla="*/ 28904 h 139823"/>
                  <a:gd name="connsiteX4" fmla="*/ 28832 w 29006"/>
                  <a:gd name="connsiteY4" fmla="*/ 0 h 139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06" h="139823">
                    <a:moveTo>
                      <a:pt x="28832" y="0"/>
                    </a:moveTo>
                    <a:lnTo>
                      <a:pt x="29006" y="139823"/>
                    </a:lnTo>
                    <a:lnTo>
                      <a:pt x="138" y="139823"/>
                    </a:lnTo>
                    <a:lnTo>
                      <a:pt x="0" y="28904"/>
                    </a:lnTo>
                    <a:lnTo>
                      <a:pt x="28832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AAA80212-BA6E-448F-BA91-287462E1D34C}"/>
                  </a:ext>
                </a:extLst>
              </p:cNvPr>
              <p:cNvSpPr/>
              <p:nvPr userDrawn="1"/>
            </p:nvSpPr>
            <p:spPr>
              <a:xfrm>
                <a:off x="118626" y="6779198"/>
                <a:ext cx="28931" cy="78803"/>
              </a:xfrm>
              <a:custGeom>
                <a:avLst/>
                <a:gdLst>
                  <a:gd name="connsiteX0" fmla="*/ 28833 w 28931"/>
                  <a:gd name="connsiteY0" fmla="*/ 0 h 78803"/>
                  <a:gd name="connsiteX1" fmla="*/ 28931 w 28931"/>
                  <a:gd name="connsiteY1" fmla="*/ 78803 h 78803"/>
                  <a:gd name="connsiteX2" fmla="*/ 62 w 28931"/>
                  <a:gd name="connsiteY2" fmla="*/ 78803 h 78803"/>
                  <a:gd name="connsiteX3" fmla="*/ 0 w 28931"/>
                  <a:gd name="connsiteY3" fmla="*/ 28904 h 78803"/>
                  <a:gd name="connsiteX4" fmla="*/ 28833 w 28931"/>
                  <a:gd name="connsiteY4" fmla="*/ 0 h 78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31" h="78803">
                    <a:moveTo>
                      <a:pt x="28833" y="0"/>
                    </a:moveTo>
                    <a:lnTo>
                      <a:pt x="28931" y="78803"/>
                    </a:lnTo>
                    <a:lnTo>
                      <a:pt x="62" y="78803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5B8EBCCB-B7E3-4837-AA61-44D0A400EC96}"/>
                  </a:ext>
                </a:extLst>
              </p:cNvPr>
              <p:cNvSpPr/>
              <p:nvPr userDrawn="1"/>
            </p:nvSpPr>
            <p:spPr>
              <a:xfrm>
                <a:off x="70452" y="6841018"/>
                <a:ext cx="16961" cy="16982"/>
              </a:xfrm>
              <a:custGeom>
                <a:avLst/>
                <a:gdLst>
                  <a:gd name="connsiteX0" fmla="*/ 16940 w 16961"/>
                  <a:gd name="connsiteY0" fmla="*/ 0 h 16982"/>
                  <a:gd name="connsiteX1" fmla="*/ 16961 w 16961"/>
                  <a:gd name="connsiteY1" fmla="*/ 16982 h 16982"/>
                  <a:gd name="connsiteX2" fmla="*/ 0 w 16961"/>
                  <a:gd name="connsiteY2" fmla="*/ 16982 h 16982"/>
                  <a:gd name="connsiteX3" fmla="*/ 16940 w 16961"/>
                  <a:gd name="connsiteY3" fmla="*/ 0 h 1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961" h="16982">
                    <a:moveTo>
                      <a:pt x="16940" y="0"/>
                    </a:moveTo>
                    <a:lnTo>
                      <a:pt x="16961" y="16982"/>
                    </a:lnTo>
                    <a:lnTo>
                      <a:pt x="0" y="16982"/>
                    </a:lnTo>
                    <a:lnTo>
                      <a:pt x="1694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9159" y="100020"/>
            <a:ext cx="7040880" cy="1470168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4" name="Text Placeholder 9">
            <a:extLst>
              <a:ext uri="{FF2B5EF4-FFF2-40B4-BE49-F238E27FC236}">
                <a16:creationId xmlns:a16="http://schemas.microsoft.com/office/drawing/2014/main" id="{32E9F26D-470A-4D61-B420-B2AE034ED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29160" y="1700978"/>
            <a:ext cx="6648286" cy="539812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1955D76A-22F6-4027-BBB2-B9D632FFEF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29160" y="2528668"/>
            <a:ext cx="6651484" cy="384517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1" name="Text Placeholder 9">
            <a:extLst>
              <a:ext uri="{FF2B5EF4-FFF2-40B4-BE49-F238E27FC236}">
                <a16:creationId xmlns:a16="http://schemas.microsoft.com/office/drawing/2014/main" id="{B4867646-E605-4DCE-A193-DD63E54B1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29160" y="2921859"/>
            <a:ext cx="6648286" cy="748739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9">
            <a:extLst>
              <a:ext uri="{FF2B5EF4-FFF2-40B4-BE49-F238E27FC236}">
                <a16:creationId xmlns:a16="http://schemas.microsoft.com/office/drawing/2014/main" id="{A5839152-B87E-4F7A-AF8F-37F412A6F6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9160" y="3817972"/>
            <a:ext cx="6651484" cy="384517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4914385C-D888-405F-A9D8-61CC2E9F72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29160" y="4208584"/>
            <a:ext cx="6648286" cy="748739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">
            <a:extLst>
              <a:ext uri="{FF2B5EF4-FFF2-40B4-BE49-F238E27FC236}">
                <a16:creationId xmlns:a16="http://schemas.microsoft.com/office/drawing/2014/main" id="{C2F11BC9-5663-4641-AFD6-EF2749EDD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29160" y="5143852"/>
            <a:ext cx="6651484" cy="384517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2" name="Text Placeholder 9">
            <a:extLst>
              <a:ext uri="{FF2B5EF4-FFF2-40B4-BE49-F238E27FC236}">
                <a16:creationId xmlns:a16="http://schemas.microsoft.com/office/drawing/2014/main" id="{963F6C91-7F9C-4273-8FDE-92A9BA3B8D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29160" y="5543608"/>
            <a:ext cx="6648286" cy="748739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9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63146"/>
            <a:ext cx="9755506" cy="1386093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D170077-B4B3-49F8-9FCD-908C812789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399" y="1625919"/>
            <a:ext cx="9755505" cy="45529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2AD81DC-207F-4541-B02D-802D3D5B28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2356476"/>
            <a:ext cx="4297679" cy="453399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14400" y="299085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289E8E-D34A-4BA8-A21D-2D40A211CB9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354579"/>
            <a:ext cx="4297680" cy="45529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2225" y="299085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45CE27-BF50-45D1-92DF-3CC2CC341A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06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72180"/>
            <a:ext cx="10666097" cy="1556829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ZA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EC5BA522-ACA2-41E7-8167-4CAD19A343D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258568" y="2304288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36" name="Text Placeholder 36">
            <a:extLst>
              <a:ext uri="{FF2B5EF4-FFF2-40B4-BE49-F238E27FC236}">
                <a16:creationId xmlns:a16="http://schemas.microsoft.com/office/drawing/2014/main" id="{3FE4D07D-18EE-4015-BE1A-670EF5502FD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313432" y="2615184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6962D0AF-583F-4670-BC13-F7BAE6B6974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667859" y="2302547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0" name="Text Placeholder 36">
            <a:extLst>
              <a:ext uri="{FF2B5EF4-FFF2-40B4-BE49-F238E27FC236}">
                <a16:creationId xmlns:a16="http://schemas.microsoft.com/office/drawing/2014/main" id="{C689AF3A-9B30-404A-B454-562D375F9B9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22723" y="2613443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3352E813-A80F-4AEB-908D-C58B76F95B1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577756" y="2319697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2" name="Text Placeholder 36">
            <a:extLst>
              <a:ext uri="{FF2B5EF4-FFF2-40B4-BE49-F238E27FC236}">
                <a16:creationId xmlns:a16="http://schemas.microsoft.com/office/drawing/2014/main" id="{58E04D07-1AA8-4C7D-A594-AD4587E5077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632620" y="2630593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811C96E-0DEE-4C3C-914D-3D8E37D685D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01495E4-6A47-4169-8AF4-736F7CF55C3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350147-917D-4020-B9C3-CE41143A10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5A6F9E-88A2-46C6-B4B4-642D65C42C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1C0F1C3-D7E3-418A-8706-CD257C1F5B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715823E-52F8-49ED-9EC8-E99ED0915B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DF700D5-2F9B-4B15-92CF-1052851D5E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B40768A-A2DB-44AA-89F5-071BCE4D9F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05B8381-43DD-41A0-A705-D1255AC449A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178CB7C-93FB-40C1-9170-B99EF8EE9E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6D07EB6-011E-4F65-9F28-20CAB54640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A2B65EAF-1F60-417C-B138-F72EFEBF6D8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76D120F4-A640-421C-B1F8-406158CFBC8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A21A7A3E-FAE9-412E-9085-C5396DD585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29640" y="3981445"/>
            <a:ext cx="10332720" cy="168656"/>
          </a:xfrm>
          <a:prstGeom prst="rightArrow">
            <a:avLst>
              <a:gd name="adj1" fmla="val 100000"/>
              <a:gd name="adj2" fmla="val 85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05D759B-EB6D-4560-B0B8-1F7EB7D1B8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BBD14391-1DC8-4D56-951F-25C5BDB3921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3FC04C9-D1DE-47BA-8D50-6D762B72B8F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B8FB174F-BC80-4817-90C7-42F90C797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E896FB65-5B08-4993-8523-822688BB2A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DBAF247D-367F-4524-9E85-4B66631D530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4F9BFDEC-4D89-4C8E-A3D9-A6DF0297F78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C08EC58-18EC-4890-94D6-2422A6BBA8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5F5960EF-7F51-41A0-9E73-D2F727AB3F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9F81D711-9D82-42A4-8AB2-12D1F4490A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D360A36A-7282-4045-B0DF-503E6A97BA4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0A2E5DCC-5FCD-4396-9980-17ECD06BB37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A3860367-6AF8-4009-AE8B-33DEE49D177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3DC4F1A-B4E3-468C-B5D4-1171E63EFA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0800000">
            <a:off x="10162032" y="1"/>
            <a:ext cx="2029968" cy="2029968"/>
          </a:xfrm>
          <a:prstGeom prst="rect">
            <a:avLst/>
          </a:prstGeom>
        </p:spPr>
      </p:pic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28F6AF7C-04EA-4C94-9ADB-02F18DEF5A6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302341" y="5269637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4" name="Text Placeholder 36">
            <a:extLst>
              <a:ext uri="{FF2B5EF4-FFF2-40B4-BE49-F238E27FC236}">
                <a16:creationId xmlns:a16="http://schemas.microsoft.com/office/drawing/2014/main" id="{DBC1E942-B2AC-4A1B-A9BF-207F48444E6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357205" y="5580533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236CF734-307C-46DF-9F1B-B7B348E8AFE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22339" y="5272948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6" name="Text Placeholder 36">
            <a:extLst>
              <a:ext uri="{FF2B5EF4-FFF2-40B4-BE49-F238E27FC236}">
                <a16:creationId xmlns:a16="http://schemas.microsoft.com/office/drawing/2014/main" id="{A797E2F6-E10E-4B32-8496-AC4E0B14B3F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277203" y="5583844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FE2C824F-3FEC-4436-8D89-71417F95C4C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161393" y="5272948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8" name="Text Placeholder 36">
            <a:extLst>
              <a:ext uri="{FF2B5EF4-FFF2-40B4-BE49-F238E27FC236}">
                <a16:creationId xmlns:a16="http://schemas.microsoft.com/office/drawing/2014/main" id="{A789A2A0-3ABC-41EA-A65B-C158812FD38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216257" y="5583844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F15C78F9-B77F-44BB-9DD3-7FD6042F4D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7A2CE885-91AB-475D-937A-12B9D463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AF0A068C-26D9-4FC8-AD91-8B62AA30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061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136526"/>
            <a:ext cx="10666095" cy="1398764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21080" y="1825625"/>
            <a:ext cx="10515600" cy="43513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C761AA1-7048-41AE-AA8B-1FD077C8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6439D65-6A92-4B4C-8307-6CB811F97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AB85375-9E39-4BEF-908C-531D0252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136526"/>
            <a:ext cx="10742295" cy="1425052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40526D-DB50-43D0-90D5-E6FB281419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CCE554-7DC7-4A2A-BD55-8E86A3B4AD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4519715"/>
            <a:ext cx="2361651" cy="27432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C379AB9-816A-48B0-8040-51C116DF5D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4837175"/>
            <a:ext cx="2361651" cy="895409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EB148D33-9D3D-4F09-AD3D-5478787F73F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10808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1C6DB7F-D21E-454A-8816-7C20215E17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5679" y="4519715"/>
            <a:ext cx="2361651" cy="27432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0C4D301-6FD0-45BF-8011-A4984ED664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35679" y="4839222"/>
            <a:ext cx="2361651" cy="895409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CB5FD37A-EE86-444D-9C60-101D10C1C6A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07216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7DCE814-41FD-4D48-8120-139ED97866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3159" y="4519715"/>
            <a:ext cx="2361651" cy="27432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42BD72F-73D4-46DC-B184-801565CDC9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3159" y="4839222"/>
            <a:ext cx="2361651" cy="895409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97508F04-3E2E-41F2-9326-8B0362A83AB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03624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5ACD767-F8EC-4D73-8CC0-DC4C23BBB2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27972" y="4519715"/>
            <a:ext cx="2361651" cy="27432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36BB1A-851C-4D31-90C7-CDC5DBAEE1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27972" y="4837175"/>
            <a:ext cx="2361651" cy="895409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402DAC-DB2C-47BE-AE78-07846291BB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0800000">
            <a:off x="10162032" y="1"/>
            <a:ext cx="2029968" cy="2029968"/>
          </a:xfrm>
          <a:prstGeom prst="rect">
            <a:avLst/>
          </a:prstGeom>
        </p:spPr>
      </p:pic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B459F3AA-94CC-42D0-8666-6ACC47E3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FD28A03E-E672-4334-B8F0-0D349796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985153C5-B300-4F05-832B-67E58EF5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1157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8 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93946"/>
            <a:ext cx="10742294" cy="1605666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40526D-DB50-43D0-90D5-E6FB281419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CCE554-7DC7-4A2A-BD55-8E86A3B4AD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427828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C379AB9-816A-48B0-8040-51C116DF5D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703320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EB148D33-9D3D-4F09-AD3D-5478787F73F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82999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1C6DB7F-D21E-454A-8816-7C20215E17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832" y="3427828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0C4D301-6FD0-45BF-8011-A4984ED664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8832" y="3703320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CB5FD37A-EE86-444D-9C60-101D10C1C6A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451598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7DCE814-41FD-4D48-8120-139ED97866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79464" y="3427828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42BD72F-73D4-46DC-B184-801565CDC9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9464" y="3703320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97508F04-3E2E-41F2-9326-8B0362A83AB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220198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5ACD767-F8EC-4D73-8CC0-DC4C23BBB2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0952" y="3427828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36BB1A-851C-4D31-90C7-CDC5DBAEE1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0952" y="3703320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7B2E434D-5BFF-4F4E-89CC-2A0B72618AF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14400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4BF5D0F-83F6-4B5E-82FB-FB9D4A4768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8200" y="5610665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989D348-84C3-4684-A67D-DBE303776B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5907024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68CB93A9-E63E-4946-8E32-FF80E0995A4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685032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DF7A9899-0EF5-4E5E-B7B1-37D8FFD99BD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08832" y="5610665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B11F2CCF-80D1-467A-86AC-3F5D8DD5E8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08832" y="5907024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8F17B7F6-C6DF-45C7-BDE5-81003F62B35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55664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DDE45F-F583-4DF4-9452-E816A091409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79464" y="5610665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6780E523-546C-4CCA-A992-E1551F2878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79464" y="5907024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2C506CA8-234D-479D-BB85-9F0FD9EDA6E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217152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5F6DA8A-3D9F-41E6-8A23-7DD2FB5AB6A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0952" y="5610665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CF522D8A-203A-454E-80C2-641E38298F4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0952" y="5907024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56630BF6-F55A-46EA-AB98-D26668FA2C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0800000">
            <a:off x="10162032" y="1"/>
            <a:ext cx="2029968" cy="2029968"/>
          </a:xfrm>
          <a:prstGeom prst="rect">
            <a:avLst/>
          </a:prstGeom>
        </p:spPr>
      </p:pic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4E530EA6-2F2B-481A-AA24-DCD67A71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1" name="Footer Placeholder 4">
            <a:extLst>
              <a:ext uri="{FF2B5EF4-FFF2-40B4-BE49-F238E27FC236}">
                <a16:creationId xmlns:a16="http://schemas.microsoft.com/office/drawing/2014/main" id="{54A9E911-EA72-48DC-8A5D-F25D6E0BB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108A73E5-84FC-4283-9424-C4615384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9312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9700"/>
            <a:ext cx="10058400" cy="1405045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6611B7-8FF7-4773-9FAF-EF9DE18D43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1173968" y="0"/>
            <a:ext cx="1018032" cy="6862761"/>
            <a:chOff x="11173968" y="0"/>
            <a:chExt cx="1018032" cy="686276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204226-A8C8-4414-BE3B-0CD0D8F67ABE}"/>
                </a:ext>
              </a:extLst>
            </p:cNvPr>
            <p:cNvSpPr/>
            <p:nvPr userDrawn="1"/>
          </p:nvSpPr>
          <p:spPr>
            <a:xfrm>
              <a:off x="11177016" y="4858514"/>
              <a:ext cx="1014984" cy="20042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AC0494-1460-484E-B1EC-8A8EEFF0AD5E}"/>
                </a:ext>
              </a:extLst>
            </p:cNvPr>
            <p:cNvSpPr/>
            <p:nvPr userDrawn="1"/>
          </p:nvSpPr>
          <p:spPr>
            <a:xfrm>
              <a:off x="11177016" y="2838061"/>
              <a:ext cx="1014984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053D751-9B56-4385-B029-D756EFA914F4}"/>
                </a:ext>
              </a:extLst>
            </p:cNvPr>
            <p:cNvSpPr/>
            <p:nvPr userDrawn="1"/>
          </p:nvSpPr>
          <p:spPr>
            <a:xfrm>
              <a:off x="11177016" y="0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Picture 13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A00FC23-2ED3-484B-8A89-83CB1E35C3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18200" y="557719"/>
              <a:ext cx="1828800" cy="905164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5393BEB-828B-4E48-B695-AAA33AA7CB85}"/>
                </a:ext>
              </a:extLst>
            </p:cNvPr>
            <p:cNvSpPr/>
            <p:nvPr userDrawn="1"/>
          </p:nvSpPr>
          <p:spPr>
            <a:xfrm>
              <a:off x="11177016" y="2026941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2C7CEDC-3E16-44A0-8999-B09857049C09}"/>
                </a:ext>
              </a:extLst>
            </p:cNvPr>
            <p:cNvSpPr/>
            <p:nvPr userDrawn="1"/>
          </p:nvSpPr>
          <p:spPr>
            <a:xfrm rot="10800000">
              <a:off x="11277600" y="2954014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40029F77-2501-4EBF-A232-5031A447FD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5400000">
              <a:off x="10716768" y="5418805"/>
              <a:ext cx="1828800" cy="914400"/>
            </a:xfrm>
            <a:prstGeom prst="rect">
              <a:avLst/>
            </a:prstGeom>
          </p:spPr>
        </p:pic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558E2F-7ED7-452C-BF34-1D9CEE3DA17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36055" y="2228634"/>
            <a:ext cx="2350537" cy="260076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36EF96CC-8462-492B-A583-23CA7F69D64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436055" y="2524463"/>
            <a:ext cx="2350538" cy="253893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5" name="Text Placeholder 6">
            <a:extLst>
              <a:ext uri="{FF2B5EF4-FFF2-40B4-BE49-F238E27FC236}">
                <a16:creationId xmlns:a16="http://schemas.microsoft.com/office/drawing/2014/main" id="{9181B54C-566B-4B18-924F-0B0ABFA177B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436055" y="2821431"/>
            <a:ext cx="2350537" cy="913299"/>
          </a:xfrm>
        </p:spPr>
        <p:txBody>
          <a:bodyPr>
            <a:normAutofit/>
          </a:bodyPr>
          <a:lstStyle>
            <a:lvl1pPr marL="0" indent="0" algn="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2F6D970C-C43E-4D7F-83C7-650BDF1E9FB2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436055" y="4297014"/>
            <a:ext cx="2350537" cy="249378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1DA14AF6-5923-4726-93E3-C4DC3606842F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1436055" y="4590182"/>
            <a:ext cx="2350537" cy="277847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6">
            <a:extLst>
              <a:ext uri="{FF2B5EF4-FFF2-40B4-BE49-F238E27FC236}">
                <a16:creationId xmlns:a16="http://schemas.microsoft.com/office/drawing/2014/main" id="{D194A6FC-68EF-46C5-8EB6-32C814C1D298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436055" y="4914997"/>
            <a:ext cx="2350537" cy="875894"/>
          </a:xfrm>
        </p:spPr>
        <p:txBody>
          <a:bodyPr>
            <a:normAutofit/>
          </a:bodyPr>
          <a:lstStyle>
            <a:lvl1pPr marL="0" indent="0" algn="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1546F0-9E2B-4020-9199-B800E39E3335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83025" y="2093472"/>
            <a:ext cx="3908425" cy="38882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734981-D056-20A1-1627-D3D7F979D1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87882" y="2228634"/>
            <a:ext cx="2350537" cy="260076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B67E892-68CA-2D9B-9868-BA6955D3536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87882" y="2524463"/>
            <a:ext cx="2350538" cy="253893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8E617DC-AB4B-8F29-E7A1-39290CC228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87882" y="2821431"/>
            <a:ext cx="2350537" cy="913299"/>
          </a:xfr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2DA693B-7AD8-8E99-8283-87912E0C43E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87882" y="4297014"/>
            <a:ext cx="2350537" cy="249378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ABF8EE7-49AD-7917-99B1-52B686D29E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87882" y="4590182"/>
            <a:ext cx="2350537" cy="277847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42EA966-42F8-3CA0-8111-35083E14CE8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87882" y="4914997"/>
            <a:ext cx="2350537" cy="875894"/>
          </a:xfr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6291370-C9EE-4280-B18D-332658DF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10B7E39-771C-4552-A50D-711B48AD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1BBC48B-0E27-4D81-B081-4BF3F41D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027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54BC839-66BF-1CB4-BBC7-B735C811BD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-193623" y="-983359"/>
            <a:ext cx="5242592" cy="7843456"/>
            <a:chOff x="-193623" y="-983359"/>
            <a:chExt cx="5242592" cy="7843456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8097646">
              <a:off x="1569916" y="-983359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5ED01E4-35BF-4165-86B2-E3BDFD91DEE3}"/>
                </a:ext>
              </a:extLst>
            </p:cNvPr>
            <p:cNvSpPr/>
            <p:nvPr userDrawn="1"/>
          </p:nvSpPr>
          <p:spPr>
            <a:xfrm rot="13508190">
              <a:off x="141725" y="458228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7E6DD28-C71B-4484-973A-D12A277300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 rot="18902533">
              <a:off x="1574706" y="1900474"/>
              <a:ext cx="2029968" cy="2029968"/>
            </a:xfrm>
            <a:prstGeom prst="rect">
              <a:avLst/>
            </a:prstGeom>
          </p:spPr>
        </p:pic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AB403917-256D-4254-A12F-F8BD19470C42}"/>
                </a:ext>
              </a:extLst>
            </p:cNvPr>
            <p:cNvSpPr/>
            <p:nvPr userDrawn="1"/>
          </p:nvSpPr>
          <p:spPr>
            <a:xfrm rot="18900000">
              <a:off x="1580257" y="1923515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B06A536-5FCB-4761-9EFF-D54BE44B1F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2708786">
              <a:off x="145529" y="3355869"/>
              <a:ext cx="2029968" cy="202996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B73C61F-3D48-4791-8280-D98D2C01E0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 rot="13489227">
              <a:off x="3019001" y="3357927"/>
              <a:ext cx="2029968" cy="2029968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4213EEF-F759-4045-9F53-49C1B4ECED53}"/>
                </a:ext>
              </a:extLst>
            </p:cNvPr>
            <p:cNvGrpSpPr/>
            <p:nvPr userDrawn="1"/>
          </p:nvGrpSpPr>
          <p:grpSpPr>
            <a:xfrm>
              <a:off x="1159403" y="5806395"/>
              <a:ext cx="2870810" cy="1000774"/>
              <a:chOff x="-13699" y="5839164"/>
              <a:chExt cx="2862790" cy="1000774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2EA4D38A-6ACD-4296-B454-E5BD7EAC7990}"/>
                  </a:ext>
                </a:extLst>
              </p:cNvPr>
              <p:cNvSpPr/>
              <p:nvPr userDrawn="1"/>
            </p:nvSpPr>
            <p:spPr>
              <a:xfrm>
                <a:off x="-13699" y="5839164"/>
                <a:ext cx="2862790" cy="28868"/>
              </a:xfrm>
              <a:custGeom>
                <a:avLst/>
                <a:gdLst>
                  <a:gd name="connsiteX0" fmla="*/ 0 w 2862790"/>
                  <a:gd name="connsiteY0" fmla="*/ 0 h 28868"/>
                  <a:gd name="connsiteX1" fmla="*/ 2862790 w 2862790"/>
                  <a:gd name="connsiteY1" fmla="*/ 0 h 28868"/>
                  <a:gd name="connsiteX2" fmla="*/ 2833921 w 2862790"/>
                  <a:gd name="connsiteY2" fmla="*/ 28868 h 28868"/>
                  <a:gd name="connsiteX3" fmla="*/ 28868 w 2862790"/>
                  <a:gd name="connsiteY3" fmla="*/ 28868 h 28868"/>
                  <a:gd name="connsiteX4" fmla="*/ 0 w 2862790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2790" h="28868">
                    <a:moveTo>
                      <a:pt x="0" y="0"/>
                    </a:moveTo>
                    <a:lnTo>
                      <a:pt x="2862790" y="0"/>
                    </a:lnTo>
                    <a:lnTo>
                      <a:pt x="2833921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4E32D04-F635-443B-B642-A509F0473CB5}"/>
                  </a:ext>
                </a:extLst>
              </p:cNvPr>
              <p:cNvSpPr/>
              <p:nvPr userDrawn="1"/>
            </p:nvSpPr>
            <p:spPr>
              <a:xfrm>
                <a:off x="47246" y="5900109"/>
                <a:ext cx="2740900" cy="28868"/>
              </a:xfrm>
              <a:custGeom>
                <a:avLst/>
                <a:gdLst>
                  <a:gd name="connsiteX0" fmla="*/ 0 w 2740900"/>
                  <a:gd name="connsiteY0" fmla="*/ 0 h 28868"/>
                  <a:gd name="connsiteX1" fmla="*/ 2740900 w 2740900"/>
                  <a:gd name="connsiteY1" fmla="*/ 0 h 28868"/>
                  <a:gd name="connsiteX2" fmla="*/ 2712032 w 2740900"/>
                  <a:gd name="connsiteY2" fmla="*/ 28868 h 28868"/>
                  <a:gd name="connsiteX3" fmla="*/ 28868 w 2740900"/>
                  <a:gd name="connsiteY3" fmla="*/ 28868 h 28868"/>
                  <a:gd name="connsiteX4" fmla="*/ 0 w 2740900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0900" h="28868">
                    <a:moveTo>
                      <a:pt x="0" y="0"/>
                    </a:moveTo>
                    <a:lnTo>
                      <a:pt x="2740900" y="0"/>
                    </a:lnTo>
                    <a:lnTo>
                      <a:pt x="2712032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95F7659-0C0B-4798-8392-E6B36B62DEA4}"/>
                  </a:ext>
                </a:extLst>
              </p:cNvPr>
              <p:cNvSpPr/>
              <p:nvPr userDrawn="1"/>
            </p:nvSpPr>
            <p:spPr>
              <a:xfrm>
                <a:off x="108992" y="5960251"/>
                <a:ext cx="2619012" cy="29671"/>
              </a:xfrm>
              <a:custGeom>
                <a:avLst/>
                <a:gdLst>
                  <a:gd name="connsiteX0" fmla="*/ 0 w 2619012"/>
                  <a:gd name="connsiteY0" fmla="*/ 0 h 29671"/>
                  <a:gd name="connsiteX1" fmla="*/ 2619012 w 2619012"/>
                  <a:gd name="connsiteY1" fmla="*/ 0 h 29671"/>
                  <a:gd name="connsiteX2" fmla="*/ 2590143 w 2619012"/>
                  <a:gd name="connsiteY2" fmla="*/ 28868 h 29671"/>
                  <a:gd name="connsiteX3" fmla="*/ 28067 w 2619012"/>
                  <a:gd name="connsiteY3" fmla="*/ 29671 h 29671"/>
                  <a:gd name="connsiteX4" fmla="*/ 28869 w 2619012"/>
                  <a:gd name="connsiteY4" fmla="*/ 28869 h 29671"/>
                  <a:gd name="connsiteX5" fmla="*/ 0 w 2619012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19012" h="29671">
                    <a:moveTo>
                      <a:pt x="0" y="0"/>
                    </a:moveTo>
                    <a:lnTo>
                      <a:pt x="2619012" y="0"/>
                    </a:lnTo>
                    <a:lnTo>
                      <a:pt x="2590143" y="28868"/>
                    </a:lnTo>
                    <a:lnTo>
                      <a:pt x="28067" y="29671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ABB69ABA-A9D2-4649-A1AB-E12AA2D2C8E7}"/>
                  </a:ext>
                </a:extLst>
              </p:cNvPr>
              <p:cNvSpPr/>
              <p:nvPr userDrawn="1"/>
            </p:nvSpPr>
            <p:spPr>
              <a:xfrm>
                <a:off x="169937" y="6021196"/>
                <a:ext cx="2497122" cy="29670"/>
              </a:xfrm>
              <a:custGeom>
                <a:avLst/>
                <a:gdLst>
                  <a:gd name="connsiteX0" fmla="*/ 0 w 2497122"/>
                  <a:gd name="connsiteY0" fmla="*/ 0 h 29670"/>
                  <a:gd name="connsiteX1" fmla="*/ 2497122 w 2497122"/>
                  <a:gd name="connsiteY1" fmla="*/ 0 h 29670"/>
                  <a:gd name="connsiteX2" fmla="*/ 2468254 w 2497122"/>
                  <a:gd name="connsiteY2" fmla="*/ 28868 h 29670"/>
                  <a:gd name="connsiteX3" fmla="*/ 28066 w 2497122"/>
                  <a:gd name="connsiteY3" fmla="*/ 29670 h 29670"/>
                  <a:gd name="connsiteX4" fmla="*/ 28868 w 2497122"/>
                  <a:gd name="connsiteY4" fmla="*/ 28868 h 29670"/>
                  <a:gd name="connsiteX5" fmla="*/ 0 w 2497122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97122" h="29670">
                    <a:moveTo>
                      <a:pt x="0" y="0"/>
                    </a:moveTo>
                    <a:lnTo>
                      <a:pt x="2497122" y="0"/>
                    </a:lnTo>
                    <a:lnTo>
                      <a:pt x="2468254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B88CE23-E34F-470C-8C56-46C08322365F}"/>
                  </a:ext>
                </a:extLst>
              </p:cNvPr>
              <p:cNvSpPr/>
              <p:nvPr userDrawn="1"/>
            </p:nvSpPr>
            <p:spPr>
              <a:xfrm>
                <a:off x="229279" y="6082140"/>
                <a:ext cx="2376837" cy="28869"/>
              </a:xfrm>
              <a:custGeom>
                <a:avLst/>
                <a:gdLst>
                  <a:gd name="connsiteX0" fmla="*/ 0 w 2376837"/>
                  <a:gd name="connsiteY0" fmla="*/ 0 h 28869"/>
                  <a:gd name="connsiteX1" fmla="*/ 2376837 w 2376837"/>
                  <a:gd name="connsiteY1" fmla="*/ 0 h 28869"/>
                  <a:gd name="connsiteX2" fmla="*/ 2347968 w 2376837"/>
                  <a:gd name="connsiteY2" fmla="*/ 28868 h 28869"/>
                  <a:gd name="connsiteX3" fmla="*/ 28868 w 2376837"/>
                  <a:gd name="connsiteY3" fmla="*/ 28869 h 28869"/>
                  <a:gd name="connsiteX4" fmla="*/ 0 w 2376837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6837" h="28869">
                    <a:moveTo>
                      <a:pt x="0" y="0"/>
                    </a:moveTo>
                    <a:lnTo>
                      <a:pt x="2376837" y="0"/>
                    </a:lnTo>
                    <a:lnTo>
                      <a:pt x="2347968" y="28868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5BCEDE2-961E-42E0-AF9C-3D070C974007}"/>
                  </a:ext>
                </a:extLst>
              </p:cNvPr>
              <p:cNvSpPr/>
              <p:nvPr userDrawn="1"/>
            </p:nvSpPr>
            <p:spPr>
              <a:xfrm>
                <a:off x="290222" y="6143085"/>
                <a:ext cx="2254948" cy="28868"/>
              </a:xfrm>
              <a:custGeom>
                <a:avLst/>
                <a:gdLst>
                  <a:gd name="connsiteX0" fmla="*/ 0 w 2254948"/>
                  <a:gd name="connsiteY0" fmla="*/ 0 h 28868"/>
                  <a:gd name="connsiteX1" fmla="*/ 2254948 w 2254948"/>
                  <a:gd name="connsiteY1" fmla="*/ 0 h 28868"/>
                  <a:gd name="connsiteX2" fmla="*/ 2226080 w 2254948"/>
                  <a:gd name="connsiteY2" fmla="*/ 28868 h 28868"/>
                  <a:gd name="connsiteX3" fmla="*/ 28868 w 2254948"/>
                  <a:gd name="connsiteY3" fmla="*/ 28868 h 28868"/>
                  <a:gd name="connsiteX4" fmla="*/ 0 w 2254948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54948" h="28868">
                    <a:moveTo>
                      <a:pt x="0" y="0"/>
                    </a:moveTo>
                    <a:lnTo>
                      <a:pt x="2254948" y="0"/>
                    </a:lnTo>
                    <a:lnTo>
                      <a:pt x="2226080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B930397-7A2A-4C50-9EC9-7E3107D065D2}"/>
                  </a:ext>
                </a:extLst>
              </p:cNvPr>
              <p:cNvSpPr/>
              <p:nvPr userDrawn="1"/>
            </p:nvSpPr>
            <p:spPr>
              <a:xfrm>
                <a:off x="351970" y="6203227"/>
                <a:ext cx="2133059" cy="29671"/>
              </a:xfrm>
              <a:custGeom>
                <a:avLst/>
                <a:gdLst>
                  <a:gd name="connsiteX0" fmla="*/ 2133059 w 2133059"/>
                  <a:gd name="connsiteY0" fmla="*/ 0 h 29671"/>
                  <a:gd name="connsiteX1" fmla="*/ 2104190 w 2133059"/>
                  <a:gd name="connsiteY1" fmla="*/ 28869 h 29671"/>
                  <a:gd name="connsiteX2" fmla="*/ 28066 w 2133059"/>
                  <a:gd name="connsiteY2" fmla="*/ 29671 h 29671"/>
                  <a:gd name="connsiteX3" fmla="*/ 28868 w 2133059"/>
                  <a:gd name="connsiteY3" fmla="*/ 28869 h 29671"/>
                  <a:gd name="connsiteX4" fmla="*/ 0 w 2133059"/>
                  <a:gd name="connsiteY4" fmla="*/ 1 h 29671"/>
                  <a:gd name="connsiteX5" fmla="*/ 2133059 w 2133059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33059" h="29671">
                    <a:moveTo>
                      <a:pt x="2133059" y="0"/>
                    </a:moveTo>
                    <a:lnTo>
                      <a:pt x="2104190" y="28869"/>
                    </a:lnTo>
                    <a:lnTo>
                      <a:pt x="28066" y="29671"/>
                    </a:lnTo>
                    <a:lnTo>
                      <a:pt x="28868" y="28869"/>
                    </a:lnTo>
                    <a:lnTo>
                      <a:pt x="0" y="1"/>
                    </a:lnTo>
                    <a:lnTo>
                      <a:pt x="21330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CA98174-D81B-4241-92F9-D0D2028FFEA9}"/>
                  </a:ext>
                </a:extLst>
              </p:cNvPr>
              <p:cNvSpPr/>
              <p:nvPr userDrawn="1"/>
            </p:nvSpPr>
            <p:spPr>
              <a:xfrm>
                <a:off x="411310" y="6264172"/>
                <a:ext cx="2012774" cy="28868"/>
              </a:xfrm>
              <a:custGeom>
                <a:avLst/>
                <a:gdLst>
                  <a:gd name="connsiteX0" fmla="*/ 0 w 2012774"/>
                  <a:gd name="connsiteY0" fmla="*/ 0 h 28868"/>
                  <a:gd name="connsiteX1" fmla="*/ 2012774 w 2012774"/>
                  <a:gd name="connsiteY1" fmla="*/ 0 h 28868"/>
                  <a:gd name="connsiteX2" fmla="*/ 1983905 w 2012774"/>
                  <a:gd name="connsiteY2" fmla="*/ 28868 h 28868"/>
                  <a:gd name="connsiteX3" fmla="*/ 28868 w 2012774"/>
                  <a:gd name="connsiteY3" fmla="*/ 28868 h 28868"/>
                  <a:gd name="connsiteX4" fmla="*/ 0 w 2012774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2774" h="28868">
                    <a:moveTo>
                      <a:pt x="0" y="0"/>
                    </a:moveTo>
                    <a:lnTo>
                      <a:pt x="2012774" y="0"/>
                    </a:lnTo>
                    <a:lnTo>
                      <a:pt x="1983905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E4CE4FB8-5E60-4288-B2FA-CF9316ED449F}"/>
                  </a:ext>
                </a:extLst>
              </p:cNvPr>
              <p:cNvSpPr/>
              <p:nvPr userDrawn="1"/>
            </p:nvSpPr>
            <p:spPr>
              <a:xfrm>
                <a:off x="472255" y="6325117"/>
                <a:ext cx="1890884" cy="28868"/>
              </a:xfrm>
              <a:custGeom>
                <a:avLst/>
                <a:gdLst>
                  <a:gd name="connsiteX0" fmla="*/ 0 w 1890884"/>
                  <a:gd name="connsiteY0" fmla="*/ 0 h 28868"/>
                  <a:gd name="connsiteX1" fmla="*/ 1890884 w 1890884"/>
                  <a:gd name="connsiteY1" fmla="*/ 0 h 28868"/>
                  <a:gd name="connsiteX2" fmla="*/ 1862016 w 1890884"/>
                  <a:gd name="connsiteY2" fmla="*/ 28868 h 28868"/>
                  <a:gd name="connsiteX3" fmla="*/ 28868 w 1890884"/>
                  <a:gd name="connsiteY3" fmla="*/ 28868 h 28868"/>
                  <a:gd name="connsiteX4" fmla="*/ 0 w 1890884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0884" h="28868">
                    <a:moveTo>
                      <a:pt x="0" y="0"/>
                    </a:moveTo>
                    <a:lnTo>
                      <a:pt x="1890884" y="0"/>
                    </a:lnTo>
                    <a:lnTo>
                      <a:pt x="1862016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F69FE5C-0AF0-42F6-A721-9E2244C967AA}"/>
                  </a:ext>
                </a:extLst>
              </p:cNvPr>
              <p:cNvSpPr/>
              <p:nvPr userDrawn="1"/>
            </p:nvSpPr>
            <p:spPr>
              <a:xfrm>
                <a:off x="533199" y="6386061"/>
                <a:ext cx="1768996" cy="28869"/>
              </a:xfrm>
              <a:custGeom>
                <a:avLst/>
                <a:gdLst>
                  <a:gd name="connsiteX0" fmla="*/ 0 w 1768996"/>
                  <a:gd name="connsiteY0" fmla="*/ 0 h 28869"/>
                  <a:gd name="connsiteX1" fmla="*/ 1768996 w 1768996"/>
                  <a:gd name="connsiteY1" fmla="*/ 0 h 28869"/>
                  <a:gd name="connsiteX2" fmla="*/ 1740128 w 1768996"/>
                  <a:gd name="connsiteY2" fmla="*/ 28868 h 28869"/>
                  <a:gd name="connsiteX3" fmla="*/ 28869 w 1768996"/>
                  <a:gd name="connsiteY3" fmla="*/ 28869 h 28869"/>
                  <a:gd name="connsiteX4" fmla="*/ 0 w 1768996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68996" h="28869">
                    <a:moveTo>
                      <a:pt x="0" y="0"/>
                    </a:moveTo>
                    <a:lnTo>
                      <a:pt x="1768996" y="0"/>
                    </a:lnTo>
                    <a:lnTo>
                      <a:pt x="1740128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8311083-D41B-4770-B6A9-AFA83AAF2885}"/>
                  </a:ext>
                </a:extLst>
              </p:cNvPr>
              <p:cNvSpPr/>
              <p:nvPr userDrawn="1"/>
            </p:nvSpPr>
            <p:spPr>
              <a:xfrm>
                <a:off x="594946" y="6446204"/>
                <a:ext cx="1647106" cy="29670"/>
              </a:xfrm>
              <a:custGeom>
                <a:avLst/>
                <a:gdLst>
                  <a:gd name="connsiteX0" fmla="*/ 0 w 1647106"/>
                  <a:gd name="connsiteY0" fmla="*/ 0 h 29670"/>
                  <a:gd name="connsiteX1" fmla="*/ 1647106 w 1647106"/>
                  <a:gd name="connsiteY1" fmla="*/ 0 h 29670"/>
                  <a:gd name="connsiteX2" fmla="*/ 1618238 w 1647106"/>
                  <a:gd name="connsiteY2" fmla="*/ 28868 h 29670"/>
                  <a:gd name="connsiteX3" fmla="*/ 28066 w 1647106"/>
                  <a:gd name="connsiteY3" fmla="*/ 29670 h 29670"/>
                  <a:gd name="connsiteX4" fmla="*/ 28868 w 1647106"/>
                  <a:gd name="connsiteY4" fmla="*/ 28868 h 29670"/>
                  <a:gd name="connsiteX5" fmla="*/ 0 w 1647106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7106" h="29670">
                    <a:moveTo>
                      <a:pt x="0" y="0"/>
                    </a:moveTo>
                    <a:lnTo>
                      <a:pt x="1647106" y="0"/>
                    </a:lnTo>
                    <a:lnTo>
                      <a:pt x="1618238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30A62EE-9416-445D-B0B2-018F008614B8}"/>
                  </a:ext>
                </a:extLst>
              </p:cNvPr>
              <p:cNvSpPr/>
              <p:nvPr userDrawn="1"/>
            </p:nvSpPr>
            <p:spPr>
              <a:xfrm>
                <a:off x="654287" y="6507148"/>
                <a:ext cx="1526821" cy="28869"/>
              </a:xfrm>
              <a:custGeom>
                <a:avLst/>
                <a:gdLst>
                  <a:gd name="connsiteX0" fmla="*/ 0 w 1526821"/>
                  <a:gd name="connsiteY0" fmla="*/ 0 h 28869"/>
                  <a:gd name="connsiteX1" fmla="*/ 1526821 w 1526821"/>
                  <a:gd name="connsiteY1" fmla="*/ 0 h 28869"/>
                  <a:gd name="connsiteX2" fmla="*/ 1497952 w 1526821"/>
                  <a:gd name="connsiteY2" fmla="*/ 28868 h 28869"/>
                  <a:gd name="connsiteX3" fmla="*/ 28868 w 1526821"/>
                  <a:gd name="connsiteY3" fmla="*/ 28869 h 28869"/>
                  <a:gd name="connsiteX4" fmla="*/ 0 w 1526821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6821" h="28869">
                    <a:moveTo>
                      <a:pt x="0" y="0"/>
                    </a:moveTo>
                    <a:lnTo>
                      <a:pt x="1526821" y="0"/>
                    </a:lnTo>
                    <a:lnTo>
                      <a:pt x="1497952" y="28868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A92E211-EBEF-4E62-97FD-46ECC42436DF}"/>
                  </a:ext>
                </a:extLst>
              </p:cNvPr>
              <p:cNvSpPr/>
              <p:nvPr userDrawn="1"/>
            </p:nvSpPr>
            <p:spPr>
              <a:xfrm>
                <a:off x="715231" y="6568093"/>
                <a:ext cx="1404932" cy="28868"/>
              </a:xfrm>
              <a:custGeom>
                <a:avLst/>
                <a:gdLst>
                  <a:gd name="connsiteX0" fmla="*/ 0 w 1404932"/>
                  <a:gd name="connsiteY0" fmla="*/ 0 h 28868"/>
                  <a:gd name="connsiteX1" fmla="*/ 1404932 w 1404932"/>
                  <a:gd name="connsiteY1" fmla="*/ 0 h 28868"/>
                  <a:gd name="connsiteX2" fmla="*/ 1376064 w 1404932"/>
                  <a:gd name="connsiteY2" fmla="*/ 28868 h 28868"/>
                  <a:gd name="connsiteX3" fmla="*/ 28868 w 1404932"/>
                  <a:gd name="connsiteY3" fmla="*/ 28868 h 28868"/>
                  <a:gd name="connsiteX4" fmla="*/ 0 w 1404932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4932" h="28868">
                    <a:moveTo>
                      <a:pt x="0" y="0"/>
                    </a:moveTo>
                    <a:lnTo>
                      <a:pt x="1404932" y="0"/>
                    </a:lnTo>
                    <a:lnTo>
                      <a:pt x="1376064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C8A63A1-564C-478A-B490-96E1C76014CC}"/>
                  </a:ext>
                </a:extLst>
              </p:cNvPr>
              <p:cNvSpPr/>
              <p:nvPr userDrawn="1"/>
            </p:nvSpPr>
            <p:spPr>
              <a:xfrm>
                <a:off x="776977" y="6628235"/>
                <a:ext cx="1283044" cy="29671"/>
              </a:xfrm>
              <a:custGeom>
                <a:avLst/>
                <a:gdLst>
                  <a:gd name="connsiteX0" fmla="*/ 1283044 w 1283044"/>
                  <a:gd name="connsiteY0" fmla="*/ 0 h 29671"/>
                  <a:gd name="connsiteX1" fmla="*/ 1254175 w 1283044"/>
                  <a:gd name="connsiteY1" fmla="*/ 28869 h 29671"/>
                  <a:gd name="connsiteX2" fmla="*/ 28067 w 1283044"/>
                  <a:gd name="connsiteY2" fmla="*/ 29671 h 29671"/>
                  <a:gd name="connsiteX3" fmla="*/ 28869 w 1283044"/>
                  <a:gd name="connsiteY3" fmla="*/ 28869 h 29671"/>
                  <a:gd name="connsiteX4" fmla="*/ 0 w 1283044"/>
                  <a:gd name="connsiteY4" fmla="*/ 1 h 29671"/>
                  <a:gd name="connsiteX5" fmla="*/ 1283044 w 1283044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3044" h="29671">
                    <a:moveTo>
                      <a:pt x="1283044" y="0"/>
                    </a:moveTo>
                    <a:lnTo>
                      <a:pt x="1254175" y="28869"/>
                    </a:lnTo>
                    <a:lnTo>
                      <a:pt x="28067" y="29671"/>
                    </a:lnTo>
                    <a:lnTo>
                      <a:pt x="28869" y="28869"/>
                    </a:lnTo>
                    <a:lnTo>
                      <a:pt x="0" y="1"/>
                    </a:lnTo>
                    <a:lnTo>
                      <a:pt x="12830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162FC41-462F-4E99-AACA-F5B9C804FB14}"/>
                  </a:ext>
                </a:extLst>
              </p:cNvPr>
              <p:cNvSpPr/>
              <p:nvPr userDrawn="1"/>
            </p:nvSpPr>
            <p:spPr>
              <a:xfrm>
                <a:off x="837922" y="6689180"/>
                <a:ext cx="1161154" cy="29670"/>
              </a:xfrm>
              <a:custGeom>
                <a:avLst/>
                <a:gdLst>
                  <a:gd name="connsiteX0" fmla="*/ 0 w 1161154"/>
                  <a:gd name="connsiteY0" fmla="*/ 0 h 29670"/>
                  <a:gd name="connsiteX1" fmla="*/ 1161154 w 1161154"/>
                  <a:gd name="connsiteY1" fmla="*/ 0 h 29670"/>
                  <a:gd name="connsiteX2" fmla="*/ 1132285 w 1161154"/>
                  <a:gd name="connsiteY2" fmla="*/ 28868 h 29670"/>
                  <a:gd name="connsiteX3" fmla="*/ 28066 w 1161154"/>
                  <a:gd name="connsiteY3" fmla="*/ 29670 h 29670"/>
                  <a:gd name="connsiteX4" fmla="*/ 28868 w 1161154"/>
                  <a:gd name="connsiteY4" fmla="*/ 28868 h 29670"/>
                  <a:gd name="connsiteX5" fmla="*/ 0 w 1161154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1154" h="29670">
                    <a:moveTo>
                      <a:pt x="0" y="0"/>
                    </a:moveTo>
                    <a:lnTo>
                      <a:pt x="1161154" y="0"/>
                    </a:lnTo>
                    <a:lnTo>
                      <a:pt x="1132285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1F9B61AC-B03D-4064-9DE6-9818F53F333C}"/>
                  </a:ext>
                </a:extLst>
              </p:cNvPr>
              <p:cNvSpPr/>
              <p:nvPr userDrawn="1"/>
            </p:nvSpPr>
            <p:spPr>
              <a:xfrm>
                <a:off x="897263" y="6750124"/>
                <a:ext cx="1040868" cy="28869"/>
              </a:xfrm>
              <a:custGeom>
                <a:avLst/>
                <a:gdLst>
                  <a:gd name="connsiteX0" fmla="*/ 0 w 1040868"/>
                  <a:gd name="connsiteY0" fmla="*/ 0 h 28869"/>
                  <a:gd name="connsiteX1" fmla="*/ 1040868 w 1040868"/>
                  <a:gd name="connsiteY1" fmla="*/ 0 h 28869"/>
                  <a:gd name="connsiteX2" fmla="*/ 1012000 w 1040868"/>
                  <a:gd name="connsiteY2" fmla="*/ 28869 h 28869"/>
                  <a:gd name="connsiteX3" fmla="*/ 28868 w 1040868"/>
                  <a:gd name="connsiteY3" fmla="*/ 28869 h 28869"/>
                  <a:gd name="connsiteX4" fmla="*/ 0 w 1040868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0868" h="28869">
                    <a:moveTo>
                      <a:pt x="0" y="0"/>
                    </a:moveTo>
                    <a:lnTo>
                      <a:pt x="1040868" y="0"/>
                    </a:lnTo>
                    <a:lnTo>
                      <a:pt x="1012000" y="28869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104BA00-790F-438D-AC93-117E23CF2099}"/>
                  </a:ext>
                </a:extLst>
              </p:cNvPr>
              <p:cNvSpPr/>
              <p:nvPr userDrawn="1"/>
            </p:nvSpPr>
            <p:spPr>
              <a:xfrm>
                <a:off x="958207" y="6811069"/>
                <a:ext cx="918980" cy="28869"/>
              </a:xfrm>
              <a:custGeom>
                <a:avLst/>
                <a:gdLst>
                  <a:gd name="connsiteX0" fmla="*/ 0 w 918980"/>
                  <a:gd name="connsiteY0" fmla="*/ 0 h 28869"/>
                  <a:gd name="connsiteX1" fmla="*/ 918980 w 918980"/>
                  <a:gd name="connsiteY1" fmla="*/ 0 h 28869"/>
                  <a:gd name="connsiteX2" fmla="*/ 890112 w 918980"/>
                  <a:gd name="connsiteY2" fmla="*/ 28868 h 28869"/>
                  <a:gd name="connsiteX3" fmla="*/ 28869 w 918980"/>
                  <a:gd name="connsiteY3" fmla="*/ 28869 h 28869"/>
                  <a:gd name="connsiteX4" fmla="*/ 0 w 918980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8980" h="28869">
                    <a:moveTo>
                      <a:pt x="0" y="0"/>
                    </a:moveTo>
                    <a:lnTo>
                      <a:pt x="918980" y="0"/>
                    </a:lnTo>
                    <a:lnTo>
                      <a:pt x="890112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88A3CD7-1915-41CF-9FB5-E6FEDCA8F19C}"/>
                </a:ext>
              </a:extLst>
            </p:cNvPr>
            <p:cNvSpPr/>
            <p:nvPr userDrawn="1"/>
          </p:nvSpPr>
          <p:spPr>
            <a:xfrm>
              <a:off x="2960473" y="5801762"/>
              <a:ext cx="1075475" cy="1058335"/>
            </a:xfrm>
            <a:custGeom>
              <a:avLst/>
              <a:gdLst>
                <a:gd name="connsiteX0" fmla="*/ 1062720 w 1062720"/>
                <a:gd name="connsiteY0" fmla="*/ 0 h 1062720"/>
                <a:gd name="connsiteX1" fmla="*/ 1062720 w 1062720"/>
                <a:gd name="connsiteY1" fmla="*/ 1062720 h 1062720"/>
                <a:gd name="connsiteX2" fmla="*/ 0 w 1062720"/>
                <a:gd name="connsiteY2" fmla="*/ 1062720 h 1062720"/>
                <a:gd name="connsiteX3" fmla="*/ 1062720 w 1062720"/>
                <a:gd name="connsiteY3" fmla="*/ 0 h 106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2720" h="1062720">
                  <a:moveTo>
                    <a:pt x="1062720" y="0"/>
                  </a:moveTo>
                  <a:lnTo>
                    <a:pt x="1062720" y="1062720"/>
                  </a:lnTo>
                  <a:lnTo>
                    <a:pt x="0" y="1062720"/>
                  </a:lnTo>
                  <a:lnTo>
                    <a:pt x="10627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591DEB5-C98C-4EF8-AA57-B8F45C484FF4}"/>
                </a:ext>
              </a:extLst>
            </p:cNvPr>
            <p:cNvSpPr/>
            <p:nvPr userDrawn="1"/>
          </p:nvSpPr>
          <p:spPr>
            <a:xfrm>
              <a:off x="-7601" y="2930958"/>
              <a:ext cx="1128311" cy="2870805"/>
            </a:xfrm>
            <a:custGeom>
              <a:avLst/>
              <a:gdLst>
                <a:gd name="connsiteX0" fmla="*/ 1128311 w 1128311"/>
                <a:gd name="connsiteY0" fmla="*/ 0 h 2870805"/>
                <a:gd name="connsiteX1" fmla="*/ 1123909 w 1128311"/>
                <a:gd name="connsiteY1" fmla="*/ 2870805 h 2870805"/>
                <a:gd name="connsiteX2" fmla="*/ 0 w 1128311"/>
                <a:gd name="connsiteY2" fmla="*/ 1743443 h 2870805"/>
                <a:gd name="connsiteX3" fmla="*/ 0 w 1128311"/>
                <a:gd name="connsiteY3" fmla="*/ 1124856 h 2870805"/>
                <a:gd name="connsiteX4" fmla="*/ 1128311 w 1128311"/>
                <a:gd name="connsiteY4" fmla="*/ 0 h 2870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311" h="2870805">
                  <a:moveTo>
                    <a:pt x="1128311" y="0"/>
                  </a:moveTo>
                  <a:lnTo>
                    <a:pt x="1123909" y="2870805"/>
                  </a:lnTo>
                  <a:lnTo>
                    <a:pt x="0" y="1743443"/>
                  </a:lnTo>
                  <a:lnTo>
                    <a:pt x="0" y="1124856"/>
                  </a:lnTo>
                  <a:lnTo>
                    <a:pt x="11283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FFCF0CF-3167-4E3E-BD4A-236ACC247EC0}"/>
                </a:ext>
              </a:extLst>
            </p:cNvPr>
            <p:cNvSpPr/>
            <p:nvPr/>
          </p:nvSpPr>
          <p:spPr>
            <a:xfrm rot="13500280">
              <a:off x="126341" y="458327"/>
              <a:ext cx="2024298" cy="2024298"/>
            </a:xfrm>
            <a:custGeom>
              <a:avLst/>
              <a:gdLst>
                <a:gd name="connsiteX0" fmla="*/ 2024298 w 2024298"/>
                <a:gd name="connsiteY0" fmla="*/ 2024298 h 2024298"/>
                <a:gd name="connsiteX1" fmla="*/ 0 w 2024298"/>
                <a:gd name="connsiteY1" fmla="*/ 0 h 2024298"/>
                <a:gd name="connsiteX2" fmla="*/ 40826 w 2024298"/>
                <a:gd name="connsiteY2" fmla="*/ 0 h 2024298"/>
                <a:gd name="connsiteX3" fmla="*/ 2024298 w 2024298"/>
                <a:gd name="connsiteY3" fmla="*/ 1983472 h 2024298"/>
                <a:gd name="connsiteX4" fmla="*/ 2024298 w 2024298"/>
                <a:gd name="connsiteY4" fmla="*/ 2024298 h 2024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298" h="2024298">
                  <a:moveTo>
                    <a:pt x="2024298" y="2024298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2024298" y="1983472"/>
                  </a:lnTo>
                  <a:lnTo>
                    <a:pt x="2024298" y="202429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B47A61A-6E4C-49A5-A2E8-2410A107CC2A}"/>
                </a:ext>
              </a:extLst>
            </p:cNvPr>
            <p:cNvSpPr/>
            <p:nvPr/>
          </p:nvSpPr>
          <p:spPr>
            <a:xfrm rot="13500280">
              <a:off x="108491" y="501416"/>
              <a:ext cx="1938109" cy="1938109"/>
            </a:xfrm>
            <a:custGeom>
              <a:avLst/>
              <a:gdLst>
                <a:gd name="connsiteX0" fmla="*/ 1938109 w 1938109"/>
                <a:gd name="connsiteY0" fmla="*/ 1938109 h 1938109"/>
                <a:gd name="connsiteX1" fmla="*/ 0 w 1938109"/>
                <a:gd name="connsiteY1" fmla="*/ 0 h 1938109"/>
                <a:gd name="connsiteX2" fmla="*/ 40826 w 1938109"/>
                <a:gd name="connsiteY2" fmla="*/ 0 h 1938109"/>
                <a:gd name="connsiteX3" fmla="*/ 1938109 w 1938109"/>
                <a:gd name="connsiteY3" fmla="*/ 1897283 h 1938109"/>
                <a:gd name="connsiteX4" fmla="*/ 1938109 w 1938109"/>
                <a:gd name="connsiteY4" fmla="*/ 1938109 h 193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8109" h="1938109">
                  <a:moveTo>
                    <a:pt x="1938109" y="1938109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938109" y="1897283"/>
                  </a:lnTo>
                  <a:lnTo>
                    <a:pt x="1938109" y="193810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C8CDBA7-BF04-4719-8D66-513A71ECCAFF}"/>
                </a:ext>
              </a:extLst>
            </p:cNvPr>
            <p:cNvSpPr/>
            <p:nvPr/>
          </p:nvSpPr>
          <p:spPr>
            <a:xfrm rot="13500280">
              <a:off x="90475" y="544906"/>
              <a:ext cx="1853055" cy="1851921"/>
            </a:xfrm>
            <a:custGeom>
              <a:avLst/>
              <a:gdLst>
                <a:gd name="connsiteX0" fmla="*/ 1851921 w 1853055"/>
                <a:gd name="connsiteY0" fmla="*/ 1851921 h 1851921"/>
                <a:gd name="connsiteX1" fmla="*/ 0 w 1853055"/>
                <a:gd name="connsiteY1" fmla="*/ 0 h 1851921"/>
                <a:gd name="connsiteX2" fmla="*/ 40826 w 1853055"/>
                <a:gd name="connsiteY2" fmla="*/ 0 h 1851921"/>
                <a:gd name="connsiteX3" fmla="*/ 1853055 w 1853055"/>
                <a:gd name="connsiteY3" fmla="*/ 1811094 h 1851921"/>
                <a:gd name="connsiteX4" fmla="*/ 1851920 w 1853055"/>
                <a:gd name="connsiteY4" fmla="*/ 1811094 h 1851921"/>
                <a:gd name="connsiteX5" fmla="*/ 1851921 w 1853055"/>
                <a:gd name="connsiteY5" fmla="*/ 1851921 h 1851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3055" h="1851921">
                  <a:moveTo>
                    <a:pt x="1851921" y="1851921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853055" y="1811094"/>
                  </a:lnTo>
                  <a:lnTo>
                    <a:pt x="1851920" y="1811094"/>
                  </a:lnTo>
                  <a:lnTo>
                    <a:pt x="1851921" y="1851921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9CDC826-71AB-4245-AC5F-8DC9DB2BBCE0}"/>
                </a:ext>
              </a:extLst>
            </p:cNvPr>
            <p:cNvSpPr/>
            <p:nvPr/>
          </p:nvSpPr>
          <p:spPr>
            <a:xfrm rot="13500280">
              <a:off x="72624" y="587994"/>
              <a:ext cx="1766866" cy="1765732"/>
            </a:xfrm>
            <a:custGeom>
              <a:avLst/>
              <a:gdLst>
                <a:gd name="connsiteX0" fmla="*/ 1765732 w 1766866"/>
                <a:gd name="connsiteY0" fmla="*/ 1765732 h 1765732"/>
                <a:gd name="connsiteX1" fmla="*/ 0 w 1766866"/>
                <a:gd name="connsiteY1" fmla="*/ 0 h 1765732"/>
                <a:gd name="connsiteX2" fmla="*/ 40826 w 1766866"/>
                <a:gd name="connsiteY2" fmla="*/ 0 h 1765732"/>
                <a:gd name="connsiteX3" fmla="*/ 1766866 w 1766866"/>
                <a:gd name="connsiteY3" fmla="*/ 1724906 h 1765732"/>
                <a:gd name="connsiteX4" fmla="*/ 1765731 w 1766866"/>
                <a:gd name="connsiteY4" fmla="*/ 1724906 h 1765732"/>
                <a:gd name="connsiteX5" fmla="*/ 1765732 w 1766866"/>
                <a:gd name="connsiteY5" fmla="*/ 1765732 h 176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6866" h="1765732">
                  <a:moveTo>
                    <a:pt x="1765732" y="1765732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766866" y="1724906"/>
                  </a:lnTo>
                  <a:lnTo>
                    <a:pt x="1765731" y="1724906"/>
                  </a:lnTo>
                  <a:lnTo>
                    <a:pt x="1765732" y="1765732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DE1670F-43B8-4EA8-878C-AC3FF1921E21}"/>
                </a:ext>
              </a:extLst>
            </p:cNvPr>
            <p:cNvSpPr/>
            <p:nvPr/>
          </p:nvSpPr>
          <p:spPr>
            <a:xfrm rot="13500280">
              <a:off x="55175" y="630117"/>
              <a:ext cx="1680678" cy="1680677"/>
            </a:xfrm>
            <a:custGeom>
              <a:avLst/>
              <a:gdLst>
                <a:gd name="connsiteX0" fmla="*/ 1680678 w 1680678"/>
                <a:gd name="connsiteY0" fmla="*/ 1680677 h 1680677"/>
                <a:gd name="connsiteX1" fmla="*/ 0 w 1680678"/>
                <a:gd name="connsiteY1" fmla="*/ 0 h 1680677"/>
                <a:gd name="connsiteX2" fmla="*/ 40826 w 1680678"/>
                <a:gd name="connsiteY2" fmla="*/ 0 h 1680677"/>
                <a:gd name="connsiteX3" fmla="*/ 1680678 w 1680678"/>
                <a:gd name="connsiteY3" fmla="*/ 1639851 h 1680677"/>
                <a:gd name="connsiteX4" fmla="*/ 1680678 w 1680678"/>
                <a:gd name="connsiteY4" fmla="*/ 1680677 h 168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0678" h="1680677">
                  <a:moveTo>
                    <a:pt x="1680678" y="168067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680678" y="1639851"/>
                  </a:lnTo>
                  <a:lnTo>
                    <a:pt x="1680678" y="168067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AE780ED-EF51-4AD7-A73F-01E563D0E8BC}"/>
                </a:ext>
              </a:extLst>
            </p:cNvPr>
            <p:cNvSpPr/>
            <p:nvPr/>
          </p:nvSpPr>
          <p:spPr>
            <a:xfrm rot="13500280">
              <a:off x="37325" y="673206"/>
              <a:ext cx="1594489" cy="1594489"/>
            </a:xfrm>
            <a:custGeom>
              <a:avLst/>
              <a:gdLst>
                <a:gd name="connsiteX0" fmla="*/ 1594489 w 1594489"/>
                <a:gd name="connsiteY0" fmla="*/ 1594489 h 1594489"/>
                <a:gd name="connsiteX1" fmla="*/ 0 w 1594489"/>
                <a:gd name="connsiteY1" fmla="*/ 0 h 1594489"/>
                <a:gd name="connsiteX2" fmla="*/ 40826 w 1594489"/>
                <a:gd name="connsiteY2" fmla="*/ 0 h 1594489"/>
                <a:gd name="connsiteX3" fmla="*/ 1594489 w 1594489"/>
                <a:gd name="connsiteY3" fmla="*/ 1553663 h 1594489"/>
                <a:gd name="connsiteX4" fmla="*/ 1594489 w 1594489"/>
                <a:gd name="connsiteY4" fmla="*/ 1594489 h 159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89" h="1594489">
                  <a:moveTo>
                    <a:pt x="1594489" y="1594489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594489" y="1553663"/>
                  </a:lnTo>
                  <a:lnTo>
                    <a:pt x="1594489" y="159448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E269AE3-65CE-4B86-B8B1-413783695039}"/>
                </a:ext>
              </a:extLst>
            </p:cNvPr>
            <p:cNvSpPr/>
            <p:nvPr/>
          </p:nvSpPr>
          <p:spPr>
            <a:xfrm rot="13500280">
              <a:off x="19309" y="716696"/>
              <a:ext cx="1509435" cy="1508300"/>
            </a:xfrm>
            <a:custGeom>
              <a:avLst/>
              <a:gdLst>
                <a:gd name="connsiteX0" fmla="*/ 1508301 w 1509435"/>
                <a:gd name="connsiteY0" fmla="*/ 1508300 h 1508300"/>
                <a:gd name="connsiteX1" fmla="*/ 0 w 1509435"/>
                <a:gd name="connsiteY1" fmla="*/ 0 h 1508300"/>
                <a:gd name="connsiteX2" fmla="*/ 40826 w 1509435"/>
                <a:gd name="connsiteY2" fmla="*/ 0 h 1508300"/>
                <a:gd name="connsiteX3" fmla="*/ 1509435 w 1509435"/>
                <a:gd name="connsiteY3" fmla="*/ 1467474 h 1508300"/>
                <a:gd name="connsiteX4" fmla="*/ 1508301 w 1509435"/>
                <a:gd name="connsiteY4" fmla="*/ 1467474 h 1508300"/>
                <a:gd name="connsiteX5" fmla="*/ 1508301 w 1509435"/>
                <a:gd name="connsiteY5" fmla="*/ 1508300 h 150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9435" h="1508300">
                  <a:moveTo>
                    <a:pt x="1508301" y="1508300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509435" y="1467474"/>
                  </a:lnTo>
                  <a:lnTo>
                    <a:pt x="1508301" y="1467474"/>
                  </a:lnTo>
                  <a:lnTo>
                    <a:pt x="1508301" y="150830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C35E0649-74BB-4271-BE7D-1F2ED094753E}"/>
                </a:ext>
              </a:extLst>
            </p:cNvPr>
            <p:cNvSpPr/>
            <p:nvPr/>
          </p:nvSpPr>
          <p:spPr>
            <a:xfrm rot="13500280">
              <a:off x="1859" y="758817"/>
              <a:ext cx="1423246" cy="1423247"/>
            </a:xfrm>
            <a:custGeom>
              <a:avLst/>
              <a:gdLst>
                <a:gd name="connsiteX0" fmla="*/ 1423246 w 1423246"/>
                <a:gd name="connsiteY0" fmla="*/ 1423247 h 1423247"/>
                <a:gd name="connsiteX1" fmla="*/ 0 w 1423246"/>
                <a:gd name="connsiteY1" fmla="*/ 0 h 1423247"/>
                <a:gd name="connsiteX2" fmla="*/ 40825 w 1423246"/>
                <a:gd name="connsiteY2" fmla="*/ 0 h 1423247"/>
                <a:gd name="connsiteX3" fmla="*/ 1423246 w 1423246"/>
                <a:gd name="connsiteY3" fmla="*/ 1382420 h 1423247"/>
                <a:gd name="connsiteX4" fmla="*/ 1423246 w 1423246"/>
                <a:gd name="connsiteY4" fmla="*/ 1423247 h 142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3246" h="1423247">
                  <a:moveTo>
                    <a:pt x="1423246" y="1423247"/>
                  </a:moveTo>
                  <a:lnTo>
                    <a:pt x="0" y="0"/>
                  </a:lnTo>
                  <a:lnTo>
                    <a:pt x="40825" y="0"/>
                  </a:lnTo>
                  <a:lnTo>
                    <a:pt x="1423246" y="1382420"/>
                  </a:lnTo>
                  <a:lnTo>
                    <a:pt x="1423246" y="142324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C2D71F3-0A7A-4745-A34F-CE00E95F927C}"/>
                </a:ext>
              </a:extLst>
            </p:cNvPr>
            <p:cNvSpPr/>
            <p:nvPr/>
          </p:nvSpPr>
          <p:spPr>
            <a:xfrm rot="13500280">
              <a:off x="-15991" y="801908"/>
              <a:ext cx="1337057" cy="1337057"/>
            </a:xfrm>
            <a:custGeom>
              <a:avLst/>
              <a:gdLst>
                <a:gd name="connsiteX0" fmla="*/ 1337057 w 1337057"/>
                <a:gd name="connsiteY0" fmla="*/ 1337057 h 1337057"/>
                <a:gd name="connsiteX1" fmla="*/ 0 w 1337057"/>
                <a:gd name="connsiteY1" fmla="*/ 0 h 1337057"/>
                <a:gd name="connsiteX2" fmla="*/ 40826 w 1337057"/>
                <a:gd name="connsiteY2" fmla="*/ 0 h 1337057"/>
                <a:gd name="connsiteX3" fmla="*/ 1337057 w 1337057"/>
                <a:gd name="connsiteY3" fmla="*/ 1296231 h 1337057"/>
                <a:gd name="connsiteX4" fmla="*/ 1337057 w 1337057"/>
                <a:gd name="connsiteY4" fmla="*/ 1337057 h 13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7057" h="1337057">
                  <a:moveTo>
                    <a:pt x="1337057" y="133705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337057" y="1296231"/>
                  </a:lnTo>
                  <a:lnTo>
                    <a:pt x="1337057" y="133705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1BF2AB6-6873-4ED8-98DB-4A9398AF7324}"/>
                </a:ext>
              </a:extLst>
            </p:cNvPr>
            <p:cNvSpPr/>
            <p:nvPr/>
          </p:nvSpPr>
          <p:spPr>
            <a:xfrm rot="13500280">
              <a:off x="-33841" y="844997"/>
              <a:ext cx="1250869" cy="1250869"/>
            </a:xfrm>
            <a:custGeom>
              <a:avLst/>
              <a:gdLst>
                <a:gd name="connsiteX0" fmla="*/ 1250869 w 1250869"/>
                <a:gd name="connsiteY0" fmla="*/ 1250869 h 1250869"/>
                <a:gd name="connsiteX1" fmla="*/ 0 w 1250869"/>
                <a:gd name="connsiteY1" fmla="*/ 0 h 1250869"/>
                <a:gd name="connsiteX2" fmla="*/ 40825 w 1250869"/>
                <a:gd name="connsiteY2" fmla="*/ 0 h 1250869"/>
                <a:gd name="connsiteX3" fmla="*/ 1250869 w 1250869"/>
                <a:gd name="connsiteY3" fmla="*/ 1210042 h 1250869"/>
                <a:gd name="connsiteX4" fmla="*/ 1250869 w 1250869"/>
                <a:gd name="connsiteY4" fmla="*/ 1250869 h 125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0869" h="1250869">
                  <a:moveTo>
                    <a:pt x="1250869" y="1250869"/>
                  </a:moveTo>
                  <a:lnTo>
                    <a:pt x="0" y="0"/>
                  </a:lnTo>
                  <a:lnTo>
                    <a:pt x="40825" y="0"/>
                  </a:lnTo>
                  <a:lnTo>
                    <a:pt x="1250869" y="1210042"/>
                  </a:lnTo>
                  <a:lnTo>
                    <a:pt x="1250869" y="125086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38BEE1DC-3180-496F-B9F2-0541143A9C65}"/>
                </a:ext>
              </a:extLst>
            </p:cNvPr>
            <p:cNvSpPr/>
            <p:nvPr/>
          </p:nvSpPr>
          <p:spPr>
            <a:xfrm rot="13500280">
              <a:off x="-51857" y="888486"/>
              <a:ext cx="1165814" cy="1164680"/>
            </a:xfrm>
            <a:custGeom>
              <a:avLst/>
              <a:gdLst>
                <a:gd name="connsiteX0" fmla="*/ 1164680 w 1165814"/>
                <a:gd name="connsiteY0" fmla="*/ 1164680 h 1164680"/>
                <a:gd name="connsiteX1" fmla="*/ 0 w 1165814"/>
                <a:gd name="connsiteY1" fmla="*/ 1 h 1164680"/>
                <a:gd name="connsiteX2" fmla="*/ 40825 w 1165814"/>
                <a:gd name="connsiteY2" fmla="*/ 0 h 1164680"/>
                <a:gd name="connsiteX3" fmla="*/ 1165814 w 1165814"/>
                <a:gd name="connsiteY3" fmla="*/ 1123854 h 1164680"/>
                <a:gd name="connsiteX4" fmla="*/ 1164680 w 1165814"/>
                <a:gd name="connsiteY4" fmla="*/ 1123854 h 1164680"/>
                <a:gd name="connsiteX5" fmla="*/ 1164680 w 1165814"/>
                <a:gd name="connsiteY5" fmla="*/ 1164680 h 1164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5814" h="1164680">
                  <a:moveTo>
                    <a:pt x="1164680" y="1164680"/>
                  </a:moveTo>
                  <a:lnTo>
                    <a:pt x="0" y="1"/>
                  </a:lnTo>
                  <a:lnTo>
                    <a:pt x="40825" y="0"/>
                  </a:lnTo>
                  <a:lnTo>
                    <a:pt x="1165814" y="1123854"/>
                  </a:lnTo>
                  <a:lnTo>
                    <a:pt x="1164680" y="1123854"/>
                  </a:lnTo>
                  <a:lnTo>
                    <a:pt x="1164680" y="116468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D39D863D-C379-4E72-B276-53F62D7E2B98}"/>
                </a:ext>
              </a:extLst>
            </p:cNvPr>
            <p:cNvSpPr/>
            <p:nvPr/>
          </p:nvSpPr>
          <p:spPr>
            <a:xfrm rot="13500280">
              <a:off x="-69307" y="930608"/>
              <a:ext cx="1079626" cy="1079626"/>
            </a:xfrm>
            <a:custGeom>
              <a:avLst/>
              <a:gdLst>
                <a:gd name="connsiteX0" fmla="*/ 1079626 w 1079626"/>
                <a:gd name="connsiteY0" fmla="*/ 1079626 h 1079626"/>
                <a:gd name="connsiteX1" fmla="*/ 0 w 1079626"/>
                <a:gd name="connsiteY1" fmla="*/ 1 h 1079626"/>
                <a:gd name="connsiteX2" fmla="*/ 40826 w 1079626"/>
                <a:gd name="connsiteY2" fmla="*/ 0 h 1079626"/>
                <a:gd name="connsiteX3" fmla="*/ 1079626 w 1079626"/>
                <a:gd name="connsiteY3" fmla="*/ 1038800 h 1079626"/>
                <a:gd name="connsiteX4" fmla="*/ 1079626 w 1079626"/>
                <a:gd name="connsiteY4" fmla="*/ 1079626 h 107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626" h="1079626">
                  <a:moveTo>
                    <a:pt x="1079626" y="1079626"/>
                  </a:moveTo>
                  <a:lnTo>
                    <a:pt x="0" y="1"/>
                  </a:lnTo>
                  <a:lnTo>
                    <a:pt x="40826" y="0"/>
                  </a:lnTo>
                  <a:lnTo>
                    <a:pt x="1079626" y="1038800"/>
                  </a:lnTo>
                  <a:lnTo>
                    <a:pt x="1079626" y="1079626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079BA6D-6450-46A6-9874-663ABFE497CE}"/>
                </a:ext>
              </a:extLst>
            </p:cNvPr>
            <p:cNvSpPr/>
            <p:nvPr/>
          </p:nvSpPr>
          <p:spPr>
            <a:xfrm rot="13500280">
              <a:off x="-87157" y="973697"/>
              <a:ext cx="993437" cy="993438"/>
            </a:xfrm>
            <a:custGeom>
              <a:avLst/>
              <a:gdLst>
                <a:gd name="connsiteX0" fmla="*/ 993437 w 993437"/>
                <a:gd name="connsiteY0" fmla="*/ 993438 h 993438"/>
                <a:gd name="connsiteX1" fmla="*/ 0 w 993437"/>
                <a:gd name="connsiteY1" fmla="*/ 0 h 993438"/>
                <a:gd name="connsiteX2" fmla="*/ 40825 w 993437"/>
                <a:gd name="connsiteY2" fmla="*/ 1 h 993438"/>
                <a:gd name="connsiteX3" fmla="*/ 993437 w 993437"/>
                <a:gd name="connsiteY3" fmla="*/ 952612 h 993438"/>
                <a:gd name="connsiteX4" fmla="*/ 993437 w 993437"/>
                <a:gd name="connsiteY4" fmla="*/ 993438 h 99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3437" h="993438">
                  <a:moveTo>
                    <a:pt x="993437" y="993438"/>
                  </a:moveTo>
                  <a:lnTo>
                    <a:pt x="0" y="0"/>
                  </a:lnTo>
                  <a:lnTo>
                    <a:pt x="40825" y="1"/>
                  </a:lnTo>
                  <a:lnTo>
                    <a:pt x="993437" y="952612"/>
                  </a:lnTo>
                  <a:lnTo>
                    <a:pt x="993437" y="99343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A4CFFBA8-B565-42FA-9C0D-4FC6525B06C1}"/>
                </a:ext>
              </a:extLst>
            </p:cNvPr>
            <p:cNvSpPr/>
            <p:nvPr/>
          </p:nvSpPr>
          <p:spPr>
            <a:xfrm rot="13500280">
              <a:off x="-105173" y="1017188"/>
              <a:ext cx="908383" cy="907248"/>
            </a:xfrm>
            <a:custGeom>
              <a:avLst/>
              <a:gdLst>
                <a:gd name="connsiteX0" fmla="*/ 907249 w 908383"/>
                <a:gd name="connsiteY0" fmla="*/ 907248 h 907248"/>
                <a:gd name="connsiteX1" fmla="*/ 0 w 908383"/>
                <a:gd name="connsiteY1" fmla="*/ 0 h 907248"/>
                <a:gd name="connsiteX2" fmla="*/ 40827 w 908383"/>
                <a:gd name="connsiteY2" fmla="*/ 0 h 907248"/>
                <a:gd name="connsiteX3" fmla="*/ 908383 w 908383"/>
                <a:gd name="connsiteY3" fmla="*/ 866422 h 907248"/>
                <a:gd name="connsiteX4" fmla="*/ 907249 w 908383"/>
                <a:gd name="connsiteY4" fmla="*/ 866422 h 907248"/>
                <a:gd name="connsiteX5" fmla="*/ 907249 w 908383"/>
                <a:gd name="connsiteY5" fmla="*/ 907248 h 907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8383" h="907248">
                  <a:moveTo>
                    <a:pt x="907249" y="907248"/>
                  </a:moveTo>
                  <a:lnTo>
                    <a:pt x="0" y="0"/>
                  </a:lnTo>
                  <a:lnTo>
                    <a:pt x="40827" y="0"/>
                  </a:lnTo>
                  <a:lnTo>
                    <a:pt x="908383" y="866422"/>
                  </a:lnTo>
                  <a:lnTo>
                    <a:pt x="907249" y="866422"/>
                  </a:lnTo>
                  <a:lnTo>
                    <a:pt x="907249" y="90724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8016DB4-3354-4E78-B07E-1D722297B864}"/>
                </a:ext>
              </a:extLst>
            </p:cNvPr>
            <p:cNvSpPr/>
            <p:nvPr/>
          </p:nvSpPr>
          <p:spPr>
            <a:xfrm rot="13500280">
              <a:off x="-123024" y="1060277"/>
              <a:ext cx="822195" cy="821061"/>
            </a:xfrm>
            <a:custGeom>
              <a:avLst/>
              <a:gdLst>
                <a:gd name="connsiteX0" fmla="*/ 821060 w 822195"/>
                <a:gd name="connsiteY0" fmla="*/ 821061 h 821061"/>
                <a:gd name="connsiteX1" fmla="*/ 0 w 822195"/>
                <a:gd name="connsiteY1" fmla="*/ 0 h 821061"/>
                <a:gd name="connsiteX2" fmla="*/ 40826 w 822195"/>
                <a:gd name="connsiteY2" fmla="*/ 1 h 821061"/>
                <a:gd name="connsiteX3" fmla="*/ 822195 w 822195"/>
                <a:gd name="connsiteY3" fmla="*/ 780235 h 821061"/>
                <a:gd name="connsiteX4" fmla="*/ 821060 w 822195"/>
                <a:gd name="connsiteY4" fmla="*/ 780235 h 821061"/>
                <a:gd name="connsiteX5" fmla="*/ 821060 w 822195"/>
                <a:gd name="connsiteY5" fmla="*/ 821061 h 821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2195" h="821061">
                  <a:moveTo>
                    <a:pt x="821060" y="821061"/>
                  </a:moveTo>
                  <a:lnTo>
                    <a:pt x="0" y="0"/>
                  </a:lnTo>
                  <a:lnTo>
                    <a:pt x="40826" y="1"/>
                  </a:lnTo>
                  <a:lnTo>
                    <a:pt x="822195" y="780235"/>
                  </a:lnTo>
                  <a:lnTo>
                    <a:pt x="821060" y="780235"/>
                  </a:lnTo>
                  <a:lnTo>
                    <a:pt x="821060" y="821061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0CB1EA35-0D05-4F13-871D-0CAB5CECD44A}"/>
                </a:ext>
              </a:extLst>
            </p:cNvPr>
            <p:cNvSpPr/>
            <p:nvPr/>
          </p:nvSpPr>
          <p:spPr>
            <a:xfrm rot="13500280">
              <a:off x="-140475" y="1102398"/>
              <a:ext cx="736006" cy="736005"/>
            </a:xfrm>
            <a:custGeom>
              <a:avLst/>
              <a:gdLst>
                <a:gd name="connsiteX0" fmla="*/ 736005 w 736006"/>
                <a:gd name="connsiteY0" fmla="*/ 736005 h 736005"/>
                <a:gd name="connsiteX1" fmla="*/ 0 w 736006"/>
                <a:gd name="connsiteY1" fmla="*/ 0 h 736005"/>
                <a:gd name="connsiteX2" fmla="*/ 40826 w 736006"/>
                <a:gd name="connsiteY2" fmla="*/ 0 h 736005"/>
                <a:gd name="connsiteX3" fmla="*/ 736006 w 736006"/>
                <a:gd name="connsiteY3" fmla="*/ 695179 h 736005"/>
                <a:gd name="connsiteX4" fmla="*/ 736005 w 736006"/>
                <a:gd name="connsiteY4" fmla="*/ 736005 h 736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006" h="736005">
                  <a:moveTo>
                    <a:pt x="736005" y="736005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736006" y="695179"/>
                  </a:lnTo>
                  <a:lnTo>
                    <a:pt x="736005" y="736005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7F84AF5-3C7F-4D42-92A9-CCA3CDB8EB55}"/>
                </a:ext>
              </a:extLst>
            </p:cNvPr>
            <p:cNvSpPr/>
            <p:nvPr/>
          </p:nvSpPr>
          <p:spPr>
            <a:xfrm rot="13500280">
              <a:off x="-158323" y="1145488"/>
              <a:ext cx="649817" cy="649817"/>
            </a:xfrm>
            <a:custGeom>
              <a:avLst/>
              <a:gdLst>
                <a:gd name="connsiteX0" fmla="*/ 649817 w 649817"/>
                <a:gd name="connsiteY0" fmla="*/ 649817 h 649817"/>
                <a:gd name="connsiteX1" fmla="*/ 0 w 649817"/>
                <a:gd name="connsiteY1" fmla="*/ 0 h 649817"/>
                <a:gd name="connsiteX2" fmla="*/ 40826 w 649817"/>
                <a:gd name="connsiteY2" fmla="*/ 0 h 649817"/>
                <a:gd name="connsiteX3" fmla="*/ 649817 w 649817"/>
                <a:gd name="connsiteY3" fmla="*/ 608990 h 649817"/>
                <a:gd name="connsiteX4" fmla="*/ 649817 w 649817"/>
                <a:gd name="connsiteY4" fmla="*/ 649817 h 64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817" h="649817">
                  <a:moveTo>
                    <a:pt x="649817" y="64981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649817" y="608990"/>
                  </a:lnTo>
                  <a:lnTo>
                    <a:pt x="649817" y="64981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FA8E90CE-90F4-42ED-AAAF-0F139BE4E3D5}"/>
                </a:ext>
              </a:extLst>
            </p:cNvPr>
            <p:cNvSpPr/>
            <p:nvPr/>
          </p:nvSpPr>
          <p:spPr>
            <a:xfrm rot="13500280">
              <a:off x="-176338" y="1188978"/>
              <a:ext cx="564761" cy="563628"/>
            </a:xfrm>
            <a:custGeom>
              <a:avLst/>
              <a:gdLst>
                <a:gd name="connsiteX0" fmla="*/ 563628 w 564761"/>
                <a:gd name="connsiteY0" fmla="*/ 563628 h 563628"/>
                <a:gd name="connsiteX1" fmla="*/ 0 w 564761"/>
                <a:gd name="connsiteY1" fmla="*/ 0 h 563628"/>
                <a:gd name="connsiteX2" fmla="*/ 40826 w 564761"/>
                <a:gd name="connsiteY2" fmla="*/ 0 h 563628"/>
                <a:gd name="connsiteX3" fmla="*/ 564761 w 564761"/>
                <a:gd name="connsiteY3" fmla="*/ 522802 h 563628"/>
                <a:gd name="connsiteX4" fmla="*/ 563629 w 564761"/>
                <a:gd name="connsiteY4" fmla="*/ 522802 h 563628"/>
                <a:gd name="connsiteX5" fmla="*/ 563628 w 564761"/>
                <a:gd name="connsiteY5" fmla="*/ 563628 h 563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4761" h="563628">
                  <a:moveTo>
                    <a:pt x="563628" y="563628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564761" y="522802"/>
                  </a:lnTo>
                  <a:lnTo>
                    <a:pt x="563629" y="522802"/>
                  </a:lnTo>
                  <a:lnTo>
                    <a:pt x="563628" y="56362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C1C105E-FE0D-4A36-AE5B-BBA110F6EE53}"/>
                </a:ext>
              </a:extLst>
            </p:cNvPr>
            <p:cNvSpPr/>
            <p:nvPr userDrawn="1"/>
          </p:nvSpPr>
          <p:spPr>
            <a:xfrm rot="13500280">
              <a:off x="-194190" y="1232066"/>
              <a:ext cx="478574" cy="477440"/>
            </a:xfrm>
            <a:custGeom>
              <a:avLst/>
              <a:gdLst>
                <a:gd name="connsiteX0" fmla="*/ 478574 w 478574"/>
                <a:gd name="connsiteY0" fmla="*/ 477440 h 477440"/>
                <a:gd name="connsiteX1" fmla="*/ 0 w 478574"/>
                <a:gd name="connsiteY1" fmla="*/ 0 h 477440"/>
                <a:gd name="connsiteX2" fmla="*/ 40826 w 478574"/>
                <a:gd name="connsiteY2" fmla="*/ 0 h 477440"/>
                <a:gd name="connsiteX3" fmla="*/ 478573 w 478574"/>
                <a:gd name="connsiteY3" fmla="*/ 437747 h 477440"/>
                <a:gd name="connsiteX4" fmla="*/ 478574 w 478574"/>
                <a:gd name="connsiteY4" fmla="*/ 477440 h 47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74" h="477440">
                  <a:moveTo>
                    <a:pt x="478574" y="477440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478573" y="437747"/>
                  </a:lnTo>
                  <a:lnTo>
                    <a:pt x="478574" y="47744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EE07693-1822-40D4-88A4-0F663C787D7E}"/>
                </a:ext>
              </a:extLst>
            </p:cNvPr>
            <p:cNvSpPr/>
            <p:nvPr userDrawn="1"/>
          </p:nvSpPr>
          <p:spPr>
            <a:xfrm>
              <a:off x="2202360" y="6829131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D282910-ECE9-4B26-9656-AD1D41D44AC8}"/>
                </a:ext>
              </a:extLst>
            </p:cNvPr>
            <p:cNvSpPr/>
            <p:nvPr userDrawn="1"/>
          </p:nvSpPr>
          <p:spPr>
            <a:xfrm>
              <a:off x="1089323" y="5806086"/>
              <a:ext cx="30139" cy="1051915"/>
            </a:xfrm>
            <a:custGeom>
              <a:avLst/>
              <a:gdLst>
                <a:gd name="connsiteX0" fmla="*/ 28833 w 30139"/>
                <a:gd name="connsiteY0" fmla="*/ 0 h 1051915"/>
                <a:gd name="connsiteX1" fmla="*/ 30139 w 30139"/>
                <a:gd name="connsiteY1" fmla="*/ 1051915 h 1051915"/>
                <a:gd name="connsiteX2" fmla="*/ 1271 w 30139"/>
                <a:gd name="connsiteY2" fmla="*/ 1051915 h 1051915"/>
                <a:gd name="connsiteX3" fmla="*/ 0 w 30139"/>
                <a:gd name="connsiteY3" fmla="*/ 28904 h 1051915"/>
                <a:gd name="connsiteX4" fmla="*/ 28833 w 30139"/>
                <a:gd name="connsiteY4" fmla="*/ 0 h 1051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39" h="1051915">
                  <a:moveTo>
                    <a:pt x="28833" y="0"/>
                  </a:moveTo>
                  <a:lnTo>
                    <a:pt x="30139" y="1051915"/>
                  </a:lnTo>
                  <a:lnTo>
                    <a:pt x="1271" y="1051915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C7A453C-4565-4652-9781-F1488009734C}"/>
                </a:ext>
              </a:extLst>
            </p:cNvPr>
            <p:cNvSpPr/>
            <p:nvPr userDrawn="1"/>
          </p:nvSpPr>
          <p:spPr>
            <a:xfrm>
              <a:off x="1028453" y="5867106"/>
              <a:ext cx="30064" cy="990894"/>
            </a:xfrm>
            <a:custGeom>
              <a:avLst/>
              <a:gdLst>
                <a:gd name="connsiteX0" fmla="*/ 28833 w 30064"/>
                <a:gd name="connsiteY0" fmla="*/ 0 h 990894"/>
                <a:gd name="connsiteX1" fmla="*/ 30064 w 30064"/>
                <a:gd name="connsiteY1" fmla="*/ 990894 h 990894"/>
                <a:gd name="connsiteX2" fmla="*/ 1195 w 30064"/>
                <a:gd name="connsiteY2" fmla="*/ 990894 h 990894"/>
                <a:gd name="connsiteX3" fmla="*/ 0 w 30064"/>
                <a:gd name="connsiteY3" fmla="*/ 28904 h 990894"/>
                <a:gd name="connsiteX4" fmla="*/ 28833 w 30064"/>
                <a:gd name="connsiteY4" fmla="*/ 0 h 990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64" h="990894">
                  <a:moveTo>
                    <a:pt x="28833" y="0"/>
                  </a:moveTo>
                  <a:lnTo>
                    <a:pt x="30064" y="990894"/>
                  </a:lnTo>
                  <a:lnTo>
                    <a:pt x="1195" y="990894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DE479407-B0BB-45F1-A93D-05ED5B41F316}"/>
                </a:ext>
              </a:extLst>
            </p:cNvPr>
            <p:cNvSpPr/>
            <p:nvPr userDrawn="1"/>
          </p:nvSpPr>
          <p:spPr>
            <a:xfrm>
              <a:off x="967584" y="5928926"/>
              <a:ext cx="30790" cy="929074"/>
            </a:xfrm>
            <a:custGeom>
              <a:avLst/>
              <a:gdLst>
                <a:gd name="connsiteX0" fmla="*/ 29636 w 30790"/>
                <a:gd name="connsiteY0" fmla="*/ 0 h 929074"/>
                <a:gd name="connsiteX1" fmla="*/ 30790 w 30790"/>
                <a:gd name="connsiteY1" fmla="*/ 929074 h 929074"/>
                <a:gd name="connsiteX2" fmla="*/ 1401 w 30790"/>
                <a:gd name="connsiteY2" fmla="*/ 929074 h 929074"/>
                <a:gd name="connsiteX3" fmla="*/ 0 w 30790"/>
                <a:gd name="connsiteY3" fmla="*/ 28104 h 929074"/>
                <a:gd name="connsiteX4" fmla="*/ 803 w 30790"/>
                <a:gd name="connsiteY4" fmla="*/ 28905 h 929074"/>
                <a:gd name="connsiteX5" fmla="*/ 29636 w 30790"/>
                <a:gd name="connsiteY5" fmla="*/ 0 h 929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90" h="929074">
                  <a:moveTo>
                    <a:pt x="29636" y="0"/>
                  </a:moveTo>
                  <a:lnTo>
                    <a:pt x="30790" y="929074"/>
                  </a:lnTo>
                  <a:lnTo>
                    <a:pt x="1401" y="929074"/>
                  </a:lnTo>
                  <a:lnTo>
                    <a:pt x="0" y="28104"/>
                  </a:lnTo>
                  <a:lnTo>
                    <a:pt x="803" y="28905"/>
                  </a:lnTo>
                  <a:lnTo>
                    <a:pt x="29636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271515D-B4B7-4502-B24F-DC5480444ED0}"/>
                </a:ext>
              </a:extLst>
            </p:cNvPr>
            <p:cNvSpPr/>
            <p:nvPr userDrawn="1"/>
          </p:nvSpPr>
          <p:spPr>
            <a:xfrm>
              <a:off x="906717" y="5989948"/>
              <a:ext cx="30713" cy="868053"/>
            </a:xfrm>
            <a:custGeom>
              <a:avLst/>
              <a:gdLst>
                <a:gd name="connsiteX0" fmla="*/ 29635 w 30713"/>
                <a:gd name="connsiteY0" fmla="*/ 0 h 868053"/>
                <a:gd name="connsiteX1" fmla="*/ 30713 w 30713"/>
                <a:gd name="connsiteY1" fmla="*/ 868053 h 868053"/>
                <a:gd name="connsiteX2" fmla="*/ 1319 w 30713"/>
                <a:gd name="connsiteY2" fmla="*/ 868053 h 868053"/>
                <a:gd name="connsiteX3" fmla="*/ 0 w 30713"/>
                <a:gd name="connsiteY3" fmla="*/ 28103 h 868053"/>
                <a:gd name="connsiteX4" fmla="*/ 802 w 30713"/>
                <a:gd name="connsiteY4" fmla="*/ 28904 h 868053"/>
                <a:gd name="connsiteX5" fmla="*/ 29635 w 30713"/>
                <a:gd name="connsiteY5" fmla="*/ 0 h 86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13" h="868053">
                  <a:moveTo>
                    <a:pt x="29635" y="0"/>
                  </a:moveTo>
                  <a:lnTo>
                    <a:pt x="30713" y="868053"/>
                  </a:lnTo>
                  <a:lnTo>
                    <a:pt x="1319" y="868053"/>
                  </a:lnTo>
                  <a:lnTo>
                    <a:pt x="0" y="28103"/>
                  </a:lnTo>
                  <a:lnTo>
                    <a:pt x="802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B364732-EC14-4416-964A-13F3D77CDBBD}"/>
                </a:ext>
              </a:extLst>
            </p:cNvPr>
            <p:cNvSpPr/>
            <p:nvPr userDrawn="1"/>
          </p:nvSpPr>
          <p:spPr>
            <a:xfrm>
              <a:off x="846647" y="6049364"/>
              <a:ext cx="29838" cy="808636"/>
            </a:xfrm>
            <a:custGeom>
              <a:avLst/>
              <a:gdLst>
                <a:gd name="connsiteX0" fmla="*/ 28833 w 29838"/>
                <a:gd name="connsiteY0" fmla="*/ 0 h 808636"/>
                <a:gd name="connsiteX1" fmla="*/ 29838 w 29838"/>
                <a:gd name="connsiteY1" fmla="*/ 808636 h 808636"/>
                <a:gd name="connsiteX2" fmla="*/ 969 w 29838"/>
                <a:gd name="connsiteY2" fmla="*/ 808636 h 808636"/>
                <a:gd name="connsiteX3" fmla="*/ 0 w 29838"/>
                <a:gd name="connsiteY3" fmla="*/ 28904 h 808636"/>
                <a:gd name="connsiteX4" fmla="*/ 28833 w 29838"/>
                <a:gd name="connsiteY4" fmla="*/ 0 h 80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38" h="808636">
                  <a:moveTo>
                    <a:pt x="28833" y="0"/>
                  </a:moveTo>
                  <a:lnTo>
                    <a:pt x="29838" y="808636"/>
                  </a:lnTo>
                  <a:lnTo>
                    <a:pt x="969" y="808636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19347B5-2692-4514-B67B-159C25FA4940}"/>
                </a:ext>
              </a:extLst>
            </p:cNvPr>
            <p:cNvSpPr/>
            <p:nvPr userDrawn="1"/>
          </p:nvSpPr>
          <p:spPr>
            <a:xfrm>
              <a:off x="785780" y="6110384"/>
              <a:ext cx="29761" cy="747617"/>
            </a:xfrm>
            <a:custGeom>
              <a:avLst/>
              <a:gdLst>
                <a:gd name="connsiteX0" fmla="*/ 28832 w 29761"/>
                <a:gd name="connsiteY0" fmla="*/ 0 h 747617"/>
                <a:gd name="connsiteX1" fmla="*/ 29761 w 29761"/>
                <a:gd name="connsiteY1" fmla="*/ 747617 h 747617"/>
                <a:gd name="connsiteX2" fmla="*/ 893 w 29761"/>
                <a:gd name="connsiteY2" fmla="*/ 747617 h 747617"/>
                <a:gd name="connsiteX3" fmla="*/ 0 w 29761"/>
                <a:gd name="connsiteY3" fmla="*/ 28905 h 747617"/>
                <a:gd name="connsiteX4" fmla="*/ 28832 w 29761"/>
                <a:gd name="connsiteY4" fmla="*/ 0 h 747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61" h="747617">
                  <a:moveTo>
                    <a:pt x="28832" y="0"/>
                  </a:moveTo>
                  <a:lnTo>
                    <a:pt x="29761" y="747617"/>
                  </a:lnTo>
                  <a:lnTo>
                    <a:pt x="893" y="747617"/>
                  </a:lnTo>
                  <a:lnTo>
                    <a:pt x="0" y="28905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E1746638-BCA2-4B8F-A315-9514E1973CDD}"/>
                </a:ext>
              </a:extLst>
            </p:cNvPr>
            <p:cNvSpPr/>
            <p:nvPr userDrawn="1"/>
          </p:nvSpPr>
          <p:spPr>
            <a:xfrm>
              <a:off x="724911" y="6172206"/>
              <a:ext cx="30487" cy="685795"/>
            </a:xfrm>
            <a:custGeom>
              <a:avLst/>
              <a:gdLst>
                <a:gd name="connsiteX0" fmla="*/ 29635 w 30487"/>
                <a:gd name="connsiteY0" fmla="*/ 0 h 685795"/>
                <a:gd name="connsiteX1" fmla="*/ 30487 w 30487"/>
                <a:gd name="connsiteY1" fmla="*/ 685795 h 685795"/>
                <a:gd name="connsiteX2" fmla="*/ 1071 w 30487"/>
                <a:gd name="connsiteY2" fmla="*/ 685795 h 685795"/>
                <a:gd name="connsiteX3" fmla="*/ 0 w 30487"/>
                <a:gd name="connsiteY3" fmla="*/ 28103 h 685795"/>
                <a:gd name="connsiteX4" fmla="*/ 803 w 30487"/>
                <a:gd name="connsiteY4" fmla="*/ 28904 h 685795"/>
                <a:gd name="connsiteX5" fmla="*/ 29635 w 30487"/>
                <a:gd name="connsiteY5" fmla="*/ 0 h 68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7" h="685795">
                  <a:moveTo>
                    <a:pt x="29635" y="0"/>
                  </a:moveTo>
                  <a:lnTo>
                    <a:pt x="30487" y="685795"/>
                  </a:lnTo>
                  <a:lnTo>
                    <a:pt x="1071" y="685795"/>
                  </a:lnTo>
                  <a:lnTo>
                    <a:pt x="0" y="28103"/>
                  </a:lnTo>
                  <a:lnTo>
                    <a:pt x="803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7F56D6B-560F-4123-9E05-11ACF383DF87}"/>
                </a:ext>
              </a:extLst>
            </p:cNvPr>
            <p:cNvSpPr/>
            <p:nvPr userDrawn="1"/>
          </p:nvSpPr>
          <p:spPr>
            <a:xfrm>
              <a:off x="664843" y="6231622"/>
              <a:ext cx="29611" cy="626379"/>
            </a:xfrm>
            <a:custGeom>
              <a:avLst/>
              <a:gdLst>
                <a:gd name="connsiteX0" fmla="*/ 28833 w 29611"/>
                <a:gd name="connsiteY0" fmla="*/ 0 h 626379"/>
                <a:gd name="connsiteX1" fmla="*/ 29611 w 29611"/>
                <a:gd name="connsiteY1" fmla="*/ 626379 h 626379"/>
                <a:gd name="connsiteX2" fmla="*/ 742 w 29611"/>
                <a:gd name="connsiteY2" fmla="*/ 626379 h 626379"/>
                <a:gd name="connsiteX3" fmla="*/ 0 w 29611"/>
                <a:gd name="connsiteY3" fmla="*/ 28904 h 626379"/>
                <a:gd name="connsiteX4" fmla="*/ 28833 w 29611"/>
                <a:gd name="connsiteY4" fmla="*/ 0 h 62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611" h="626379">
                  <a:moveTo>
                    <a:pt x="28833" y="0"/>
                  </a:moveTo>
                  <a:lnTo>
                    <a:pt x="29611" y="626379"/>
                  </a:lnTo>
                  <a:lnTo>
                    <a:pt x="742" y="626379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FD3A4D4-C05F-4057-8408-6FF0887E068F}"/>
                </a:ext>
              </a:extLst>
            </p:cNvPr>
            <p:cNvSpPr/>
            <p:nvPr userDrawn="1"/>
          </p:nvSpPr>
          <p:spPr>
            <a:xfrm>
              <a:off x="603974" y="6292642"/>
              <a:ext cx="29535" cy="565359"/>
            </a:xfrm>
            <a:custGeom>
              <a:avLst/>
              <a:gdLst>
                <a:gd name="connsiteX0" fmla="*/ 28833 w 29535"/>
                <a:gd name="connsiteY0" fmla="*/ 0 h 565359"/>
                <a:gd name="connsiteX1" fmla="*/ 29535 w 29535"/>
                <a:gd name="connsiteY1" fmla="*/ 565359 h 565359"/>
                <a:gd name="connsiteX2" fmla="*/ 666 w 29535"/>
                <a:gd name="connsiteY2" fmla="*/ 565359 h 565359"/>
                <a:gd name="connsiteX3" fmla="*/ 0 w 29535"/>
                <a:gd name="connsiteY3" fmla="*/ 28904 h 565359"/>
                <a:gd name="connsiteX4" fmla="*/ 28833 w 29535"/>
                <a:gd name="connsiteY4" fmla="*/ 0 h 56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35" h="565359">
                  <a:moveTo>
                    <a:pt x="28833" y="0"/>
                  </a:moveTo>
                  <a:lnTo>
                    <a:pt x="29535" y="565359"/>
                  </a:lnTo>
                  <a:lnTo>
                    <a:pt x="666" y="565359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2EAC669-BA43-4F58-9784-4CCDFE4D6F4E}"/>
                </a:ext>
              </a:extLst>
            </p:cNvPr>
            <p:cNvSpPr/>
            <p:nvPr userDrawn="1"/>
          </p:nvSpPr>
          <p:spPr>
            <a:xfrm>
              <a:off x="543104" y="6353662"/>
              <a:ext cx="29460" cy="504339"/>
            </a:xfrm>
            <a:custGeom>
              <a:avLst/>
              <a:gdLst>
                <a:gd name="connsiteX0" fmla="*/ 28833 w 29460"/>
                <a:gd name="connsiteY0" fmla="*/ 0 h 504339"/>
                <a:gd name="connsiteX1" fmla="*/ 29460 w 29460"/>
                <a:gd name="connsiteY1" fmla="*/ 504339 h 504339"/>
                <a:gd name="connsiteX2" fmla="*/ 591 w 29460"/>
                <a:gd name="connsiteY2" fmla="*/ 504339 h 504339"/>
                <a:gd name="connsiteX3" fmla="*/ 0 w 29460"/>
                <a:gd name="connsiteY3" fmla="*/ 28905 h 504339"/>
                <a:gd name="connsiteX4" fmla="*/ 28833 w 29460"/>
                <a:gd name="connsiteY4" fmla="*/ 0 h 504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60" h="504339">
                  <a:moveTo>
                    <a:pt x="28833" y="0"/>
                  </a:moveTo>
                  <a:lnTo>
                    <a:pt x="29460" y="504339"/>
                  </a:lnTo>
                  <a:lnTo>
                    <a:pt x="591" y="504339"/>
                  </a:lnTo>
                  <a:lnTo>
                    <a:pt x="0" y="28905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3CAE3B4-689F-4EC3-8CC9-EB6D360E3846}"/>
                </a:ext>
              </a:extLst>
            </p:cNvPr>
            <p:cNvSpPr/>
            <p:nvPr userDrawn="1"/>
          </p:nvSpPr>
          <p:spPr>
            <a:xfrm>
              <a:off x="482237" y="6415482"/>
              <a:ext cx="30185" cy="442518"/>
            </a:xfrm>
            <a:custGeom>
              <a:avLst/>
              <a:gdLst>
                <a:gd name="connsiteX0" fmla="*/ 29635 w 30185"/>
                <a:gd name="connsiteY0" fmla="*/ 0 h 442518"/>
                <a:gd name="connsiteX1" fmla="*/ 30185 w 30185"/>
                <a:gd name="connsiteY1" fmla="*/ 442518 h 442518"/>
                <a:gd name="connsiteX2" fmla="*/ 724 w 30185"/>
                <a:gd name="connsiteY2" fmla="*/ 442518 h 442518"/>
                <a:gd name="connsiteX3" fmla="*/ 0 w 30185"/>
                <a:gd name="connsiteY3" fmla="*/ 28104 h 442518"/>
                <a:gd name="connsiteX4" fmla="*/ 803 w 30185"/>
                <a:gd name="connsiteY4" fmla="*/ 28905 h 442518"/>
                <a:gd name="connsiteX5" fmla="*/ 29635 w 30185"/>
                <a:gd name="connsiteY5" fmla="*/ 0 h 44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185" h="442518">
                  <a:moveTo>
                    <a:pt x="29635" y="0"/>
                  </a:moveTo>
                  <a:lnTo>
                    <a:pt x="30185" y="442518"/>
                  </a:lnTo>
                  <a:lnTo>
                    <a:pt x="724" y="442518"/>
                  </a:lnTo>
                  <a:lnTo>
                    <a:pt x="0" y="28104"/>
                  </a:lnTo>
                  <a:lnTo>
                    <a:pt x="803" y="28905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665978C-1CDF-4EF9-9A5C-4C6C0B3BE0F0}"/>
                </a:ext>
              </a:extLst>
            </p:cNvPr>
            <p:cNvSpPr/>
            <p:nvPr userDrawn="1"/>
          </p:nvSpPr>
          <p:spPr>
            <a:xfrm>
              <a:off x="422168" y="6474900"/>
              <a:ext cx="29308" cy="383101"/>
            </a:xfrm>
            <a:custGeom>
              <a:avLst/>
              <a:gdLst>
                <a:gd name="connsiteX0" fmla="*/ 28832 w 29308"/>
                <a:gd name="connsiteY0" fmla="*/ 0 h 383101"/>
                <a:gd name="connsiteX1" fmla="*/ 29308 w 29308"/>
                <a:gd name="connsiteY1" fmla="*/ 383101 h 383101"/>
                <a:gd name="connsiteX2" fmla="*/ 440 w 29308"/>
                <a:gd name="connsiteY2" fmla="*/ 383101 h 383101"/>
                <a:gd name="connsiteX3" fmla="*/ 0 w 29308"/>
                <a:gd name="connsiteY3" fmla="*/ 28904 h 383101"/>
                <a:gd name="connsiteX4" fmla="*/ 28832 w 29308"/>
                <a:gd name="connsiteY4" fmla="*/ 0 h 383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08" h="383101">
                  <a:moveTo>
                    <a:pt x="28832" y="0"/>
                  </a:moveTo>
                  <a:lnTo>
                    <a:pt x="29308" y="383101"/>
                  </a:lnTo>
                  <a:lnTo>
                    <a:pt x="440" y="383101"/>
                  </a:lnTo>
                  <a:lnTo>
                    <a:pt x="0" y="28904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97F81447-DAE2-4092-B156-2723E18064A7}"/>
                </a:ext>
              </a:extLst>
            </p:cNvPr>
            <p:cNvSpPr/>
            <p:nvPr userDrawn="1"/>
          </p:nvSpPr>
          <p:spPr>
            <a:xfrm>
              <a:off x="361300" y="6535920"/>
              <a:ext cx="29233" cy="322081"/>
            </a:xfrm>
            <a:custGeom>
              <a:avLst/>
              <a:gdLst>
                <a:gd name="connsiteX0" fmla="*/ 28833 w 29233"/>
                <a:gd name="connsiteY0" fmla="*/ 0 h 322081"/>
                <a:gd name="connsiteX1" fmla="*/ 29233 w 29233"/>
                <a:gd name="connsiteY1" fmla="*/ 322081 h 322081"/>
                <a:gd name="connsiteX2" fmla="*/ 364 w 29233"/>
                <a:gd name="connsiteY2" fmla="*/ 322081 h 322081"/>
                <a:gd name="connsiteX3" fmla="*/ 0 w 29233"/>
                <a:gd name="connsiteY3" fmla="*/ 28904 h 322081"/>
                <a:gd name="connsiteX4" fmla="*/ 28833 w 29233"/>
                <a:gd name="connsiteY4" fmla="*/ 0 h 322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33" h="322081">
                  <a:moveTo>
                    <a:pt x="28833" y="0"/>
                  </a:moveTo>
                  <a:lnTo>
                    <a:pt x="29233" y="322081"/>
                  </a:lnTo>
                  <a:lnTo>
                    <a:pt x="364" y="322081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AB0C8140-456A-4593-9DC3-5A53E63B0CDF}"/>
                </a:ext>
              </a:extLst>
            </p:cNvPr>
            <p:cNvSpPr/>
            <p:nvPr userDrawn="1"/>
          </p:nvSpPr>
          <p:spPr>
            <a:xfrm>
              <a:off x="300431" y="6597740"/>
              <a:ext cx="29959" cy="260260"/>
            </a:xfrm>
            <a:custGeom>
              <a:avLst/>
              <a:gdLst>
                <a:gd name="connsiteX0" fmla="*/ 29636 w 29959"/>
                <a:gd name="connsiteY0" fmla="*/ 0 h 260260"/>
                <a:gd name="connsiteX1" fmla="*/ 29959 w 29959"/>
                <a:gd name="connsiteY1" fmla="*/ 260260 h 260260"/>
                <a:gd name="connsiteX2" fmla="*/ 440 w 29959"/>
                <a:gd name="connsiteY2" fmla="*/ 260260 h 260260"/>
                <a:gd name="connsiteX3" fmla="*/ 0 w 29959"/>
                <a:gd name="connsiteY3" fmla="*/ 28104 h 260260"/>
                <a:gd name="connsiteX4" fmla="*/ 803 w 29959"/>
                <a:gd name="connsiteY4" fmla="*/ 28904 h 260260"/>
                <a:gd name="connsiteX5" fmla="*/ 29636 w 29959"/>
                <a:gd name="connsiteY5" fmla="*/ 0 h 26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9" h="260260">
                  <a:moveTo>
                    <a:pt x="29636" y="0"/>
                  </a:moveTo>
                  <a:lnTo>
                    <a:pt x="29959" y="260260"/>
                  </a:lnTo>
                  <a:lnTo>
                    <a:pt x="440" y="260260"/>
                  </a:lnTo>
                  <a:lnTo>
                    <a:pt x="0" y="28104"/>
                  </a:lnTo>
                  <a:lnTo>
                    <a:pt x="803" y="28904"/>
                  </a:lnTo>
                  <a:lnTo>
                    <a:pt x="29636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1411ED6-803D-4C5A-8E92-8EAC28ACA255}"/>
                </a:ext>
              </a:extLst>
            </p:cNvPr>
            <p:cNvSpPr/>
            <p:nvPr userDrawn="1"/>
          </p:nvSpPr>
          <p:spPr>
            <a:xfrm>
              <a:off x="239562" y="6658760"/>
              <a:ext cx="29882" cy="199240"/>
            </a:xfrm>
            <a:custGeom>
              <a:avLst/>
              <a:gdLst>
                <a:gd name="connsiteX0" fmla="*/ 29635 w 29882"/>
                <a:gd name="connsiteY0" fmla="*/ 0 h 199240"/>
                <a:gd name="connsiteX1" fmla="*/ 29882 w 29882"/>
                <a:gd name="connsiteY1" fmla="*/ 199240 h 199240"/>
                <a:gd name="connsiteX2" fmla="*/ 337 w 29882"/>
                <a:gd name="connsiteY2" fmla="*/ 199240 h 199240"/>
                <a:gd name="connsiteX3" fmla="*/ 0 w 29882"/>
                <a:gd name="connsiteY3" fmla="*/ 28103 h 199240"/>
                <a:gd name="connsiteX4" fmla="*/ 803 w 29882"/>
                <a:gd name="connsiteY4" fmla="*/ 28904 h 199240"/>
                <a:gd name="connsiteX5" fmla="*/ 29635 w 29882"/>
                <a:gd name="connsiteY5" fmla="*/ 0 h 199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82" h="199240">
                  <a:moveTo>
                    <a:pt x="29635" y="0"/>
                  </a:moveTo>
                  <a:lnTo>
                    <a:pt x="29882" y="199240"/>
                  </a:lnTo>
                  <a:lnTo>
                    <a:pt x="337" y="199240"/>
                  </a:lnTo>
                  <a:lnTo>
                    <a:pt x="0" y="28103"/>
                  </a:lnTo>
                  <a:lnTo>
                    <a:pt x="803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3F198DF-8521-45A1-8BAE-4FC70FC420A8}"/>
                </a:ext>
              </a:extLst>
            </p:cNvPr>
            <p:cNvSpPr/>
            <p:nvPr userDrawn="1"/>
          </p:nvSpPr>
          <p:spPr>
            <a:xfrm>
              <a:off x="179494" y="6718178"/>
              <a:ext cx="29006" cy="139823"/>
            </a:xfrm>
            <a:custGeom>
              <a:avLst/>
              <a:gdLst>
                <a:gd name="connsiteX0" fmla="*/ 28832 w 29006"/>
                <a:gd name="connsiteY0" fmla="*/ 0 h 139823"/>
                <a:gd name="connsiteX1" fmla="*/ 29006 w 29006"/>
                <a:gd name="connsiteY1" fmla="*/ 139823 h 139823"/>
                <a:gd name="connsiteX2" fmla="*/ 138 w 29006"/>
                <a:gd name="connsiteY2" fmla="*/ 139823 h 139823"/>
                <a:gd name="connsiteX3" fmla="*/ 0 w 29006"/>
                <a:gd name="connsiteY3" fmla="*/ 28904 h 139823"/>
                <a:gd name="connsiteX4" fmla="*/ 28832 w 29006"/>
                <a:gd name="connsiteY4" fmla="*/ 0 h 13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06" h="139823">
                  <a:moveTo>
                    <a:pt x="28832" y="0"/>
                  </a:moveTo>
                  <a:lnTo>
                    <a:pt x="29006" y="139823"/>
                  </a:lnTo>
                  <a:lnTo>
                    <a:pt x="138" y="139823"/>
                  </a:lnTo>
                  <a:lnTo>
                    <a:pt x="0" y="28904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AA80212-BA6E-448F-BA91-287462E1D34C}"/>
                </a:ext>
              </a:extLst>
            </p:cNvPr>
            <p:cNvSpPr/>
            <p:nvPr userDrawn="1"/>
          </p:nvSpPr>
          <p:spPr>
            <a:xfrm>
              <a:off x="118626" y="6779198"/>
              <a:ext cx="28931" cy="78803"/>
            </a:xfrm>
            <a:custGeom>
              <a:avLst/>
              <a:gdLst>
                <a:gd name="connsiteX0" fmla="*/ 28833 w 28931"/>
                <a:gd name="connsiteY0" fmla="*/ 0 h 78803"/>
                <a:gd name="connsiteX1" fmla="*/ 28931 w 28931"/>
                <a:gd name="connsiteY1" fmla="*/ 78803 h 78803"/>
                <a:gd name="connsiteX2" fmla="*/ 62 w 28931"/>
                <a:gd name="connsiteY2" fmla="*/ 78803 h 78803"/>
                <a:gd name="connsiteX3" fmla="*/ 0 w 28931"/>
                <a:gd name="connsiteY3" fmla="*/ 28904 h 78803"/>
                <a:gd name="connsiteX4" fmla="*/ 28833 w 28931"/>
                <a:gd name="connsiteY4" fmla="*/ 0 h 7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31" h="78803">
                  <a:moveTo>
                    <a:pt x="28833" y="0"/>
                  </a:moveTo>
                  <a:lnTo>
                    <a:pt x="28931" y="78803"/>
                  </a:lnTo>
                  <a:lnTo>
                    <a:pt x="62" y="78803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B8EBCCB-B7E3-4837-AA61-44D0A400EC96}"/>
                </a:ext>
              </a:extLst>
            </p:cNvPr>
            <p:cNvSpPr/>
            <p:nvPr userDrawn="1"/>
          </p:nvSpPr>
          <p:spPr>
            <a:xfrm>
              <a:off x="70452" y="6841018"/>
              <a:ext cx="16961" cy="16982"/>
            </a:xfrm>
            <a:custGeom>
              <a:avLst/>
              <a:gdLst>
                <a:gd name="connsiteX0" fmla="*/ 16940 w 16961"/>
                <a:gd name="connsiteY0" fmla="*/ 0 h 16982"/>
                <a:gd name="connsiteX1" fmla="*/ 16961 w 16961"/>
                <a:gd name="connsiteY1" fmla="*/ 16982 h 16982"/>
                <a:gd name="connsiteX2" fmla="*/ 0 w 16961"/>
                <a:gd name="connsiteY2" fmla="*/ 16982 h 16982"/>
                <a:gd name="connsiteX3" fmla="*/ 16940 w 16961"/>
                <a:gd name="connsiteY3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61" h="16982">
                  <a:moveTo>
                    <a:pt x="16940" y="0"/>
                  </a:moveTo>
                  <a:lnTo>
                    <a:pt x="16961" y="16982"/>
                  </a:lnTo>
                  <a:lnTo>
                    <a:pt x="0" y="16982"/>
                  </a:lnTo>
                  <a:lnTo>
                    <a:pt x="1694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59" y="160959"/>
            <a:ext cx="6642735" cy="1342135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CA33B9-D0BA-4ED1-B10C-9961E1B54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7759" y="2010830"/>
            <a:ext cx="6642735" cy="4114800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566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1" r:id="rId3"/>
    <p:sldLayoutId id="2147483677" r:id="rId4"/>
    <p:sldLayoutId id="2147483679" r:id="rId5"/>
    <p:sldLayoutId id="2147483678" r:id="rId6"/>
    <p:sldLayoutId id="2147483681" r:id="rId7"/>
    <p:sldLayoutId id="2147483680" r:id="rId8"/>
    <p:sldLayoutId id="2147483694" r:id="rId9"/>
    <p:sldLayoutId id="2147483685" r:id="rId10"/>
    <p:sldLayoutId id="2147483696" r:id="rId11"/>
    <p:sldLayoutId id="2147483697" r:id="rId12"/>
    <p:sldLayoutId id="2147483687" r:id="rId13"/>
    <p:sldLayoutId id="2147483684" r:id="rId14"/>
    <p:sldLayoutId id="2147483698" r:id="rId15"/>
    <p:sldLayoutId id="2147483676" r:id="rId16"/>
    <p:sldLayoutId id="2147483671" r:id="rId17"/>
    <p:sldLayoutId id="2147483670" r:id="rId18"/>
    <p:sldLayoutId id="2147483683" r:id="rId19"/>
    <p:sldLayoutId id="2147483672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4664" y="136525"/>
            <a:ext cx="5486400" cy="3373438"/>
          </a:xfrm>
        </p:spPr>
        <p:txBody>
          <a:bodyPr/>
          <a:lstStyle/>
          <a:p>
            <a:r>
              <a:rPr lang="pt-BR" dirty="0"/>
              <a:t>Synergia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0759" y="3509964"/>
            <a:ext cx="5486400" cy="666926"/>
          </a:xfrm>
        </p:spPr>
        <p:txBody>
          <a:bodyPr/>
          <a:lstStyle/>
          <a:p>
            <a:r>
              <a:rPr lang="pt-BR" dirty="0"/>
              <a:t>Guilherme Harmatiuk Arantes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49" y="136525"/>
            <a:ext cx="6400799" cy="2087879"/>
          </a:xfrm>
        </p:spPr>
        <p:txBody>
          <a:bodyPr>
            <a:normAutofit/>
          </a:bodyPr>
          <a:lstStyle/>
          <a:p>
            <a:r>
              <a:rPr lang="pt-BR" dirty="0"/>
              <a:t>Clientes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3949" y="2310817"/>
            <a:ext cx="6400800" cy="36576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O Sistema </a:t>
            </a:r>
            <a:r>
              <a:rPr lang="pt-BR" dirty="0" err="1"/>
              <a:t>Synergia</a:t>
            </a:r>
            <a:r>
              <a:rPr lang="pt-BR" dirty="0"/>
              <a:t> é direcionado principalmente às instituições de ensino superior, e alunos(as) e docentes destas. Existe também a possibilidade do sistema ser aplicado por organizações de menor escala com intuito de gestão de projetos. </a:t>
            </a:r>
            <a:endParaRPr lang="pt-BR" dirty="0"/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64D06C77-08BF-4ABC-8656-21CAB4DFD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5FA84566-6373-4E7B-AA6F-CA6C7346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198D92D2-0F62-443D-BB2D-F4E23724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58" y="523149"/>
            <a:ext cx="7040880" cy="924650"/>
          </a:xfrm>
        </p:spPr>
        <p:txBody>
          <a:bodyPr/>
          <a:lstStyle/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Qual é o Problema?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B8742E0-C216-468F-8B77-C0F53FD258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37758" y="1697493"/>
            <a:ext cx="6642737" cy="4637358"/>
          </a:xfrm>
        </p:spPr>
        <p:txBody>
          <a:bodyPr>
            <a:noAutofit/>
          </a:bodyPr>
          <a:lstStyle/>
          <a:p>
            <a:r>
              <a:rPr lang="pt-BR" sz="2000" dirty="0"/>
              <a:t>Existe uma dificuldade considerável em unir alunos de diferentes cursos a fim de colaborarem na elaboração de projetos multidisciplinares para eventos como o </a:t>
            </a:r>
            <a:r>
              <a:rPr lang="pt-BR" sz="2000" dirty="0" err="1"/>
              <a:t>Summit</a:t>
            </a:r>
            <a:r>
              <a:rPr lang="pt-BR" sz="2000" dirty="0"/>
              <a:t>, o Startup Garage, ECCI, entre outros.</a:t>
            </a:r>
            <a:endParaRPr lang="pt-BR" sz="2000" dirty="0"/>
          </a:p>
          <a:p>
            <a:endParaRPr lang="pt-BR" sz="2000" dirty="0" smtClean="0">
              <a:effectLst/>
            </a:endParaRPr>
          </a:p>
          <a:p>
            <a:r>
              <a:rPr lang="pt-BR" sz="2000" dirty="0"/>
              <a:t>Na FAG, isto é atualmente feito através do </a:t>
            </a:r>
            <a:r>
              <a:rPr lang="pt-BR" sz="2000" dirty="0" err="1"/>
              <a:t>Whatsapp</a:t>
            </a:r>
            <a:r>
              <a:rPr lang="pt-BR" sz="2000" dirty="0"/>
              <a:t> por professores, que recebem as propostas de projeto dos alunos de um curso, e mandam estas para os chats dos cursos relevantes. Isto acaba sendo bem ineficiente por várias razões:</a:t>
            </a:r>
          </a:p>
          <a:p>
            <a:endParaRPr lang="pt-BR" sz="20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C5D1CA5-AA7F-4214-8924-E9A00B43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375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58" y="613954"/>
            <a:ext cx="7040880" cy="885461"/>
          </a:xfrm>
        </p:spPr>
        <p:txBody>
          <a:bodyPr/>
          <a:lstStyle/>
          <a:p>
            <a:r>
              <a:rPr lang="pt-BR" dirty="0"/>
              <a:t>Qual é o problema?</a:t>
            </a:r>
            <a:br>
              <a:rPr lang="pt-BR" dirty="0"/>
            </a:br>
            <a:r>
              <a:rPr lang="pt-BR" sz="2000" dirty="0"/>
              <a:t>Entrando em detalhes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B8742E0-C216-468F-8B77-C0F53FD258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37758" y="1721465"/>
            <a:ext cx="7040880" cy="5000010"/>
          </a:xfrm>
        </p:spPr>
        <p:txBody>
          <a:bodyPr>
            <a:no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t-BR" sz="2000" dirty="0" smtClean="0"/>
              <a:t>É </a:t>
            </a:r>
            <a:r>
              <a:rPr lang="pt-BR" sz="2000" dirty="0"/>
              <a:t>fácil dos alunos simplesmente nem chegarem a ver os posts, já que o chat do curso também é utilizado para postar diversos avisos importantes</a:t>
            </a:r>
            <a:r>
              <a:rPr lang="pt-BR" sz="2000" dirty="0" smtClean="0"/>
              <a:t>.</a:t>
            </a:r>
          </a:p>
          <a:p>
            <a:pPr fontAlgn="base"/>
            <a:endParaRPr lang="pt-BR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t-BR" sz="2000" dirty="0"/>
              <a:t>Já que os alunos são esperados a entrarem em contato pelo privado (para não criar spam no chat do curso), não é sempre claro, ambos para alunos interessados e para professores, quais grupos encontram a ajuda que precisavam, e quais ainda necessitam de grupos. </a:t>
            </a:r>
          </a:p>
          <a:p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/>
              <a:t>Para deixar mais claro, dos 17 alunos entrevistados, cerca de 60% (10 alunos) deles reportaram terem tido dificuldade em formular um projeto para eventos como o </a:t>
            </a:r>
            <a:r>
              <a:rPr lang="pt-BR" sz="2000" dirty="0" err="1"/>
              <a:t>Summit</a:t>
            </a:r>
            <a:r>
              <a:rPr lang="pt-BR" sz="2000" dirty="0"/>
              <a:t>/TCC/etc.,  e que acreditam que suas ideias e projetos teriam se beneficiado da ajuda de alunos de diferentes cursos, seja por falta de conhecimento prático ou técnico sobre uma área que seus projetos </a:t>
            </a:r>
            <a:r>
              <a:rPr lang="pt-BR" sz="2000" dirty="0" err="1"/>
              <a:t>abrandissem</a:t>
            </a:r>
            <a:r>
              <a:rPr lang="pt-BR" sz="2000" dirty="0"/>
              <a:t>, ou outras razões.</a:t>
            </a:r>
            <a:endParaRPr lang="pt-BR" sz="20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C5D1CA5-AA7F-4214-8924-E9A00B43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83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58" y="523149"/>
            <a:ext cx="7040880" cy="924650"/>
          </a:xfrm>
        </p:spPr>
        <p:txBody>
          <a:bodyPr/>
          <a:lstStyle/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Qual é a solução?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B8742E0-C216-468F-8B77-C0F53FD258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37758" y="1697493"/>
            <a:ext cx="6642737" cy="4167730"/>
          </a:xfrm>
        </p:spPr>
        <p:txBody>
          <a:bodyPr>
            <a:noAutofit/>
          </a:bodyPr>
          <a:lstStyle/>
          <a:p>
            <a:r>
              <a:rPr lang="pt-BR" sz="2000" dirty="0"/>
              <a:t>O </a:t>
            </a:r>
            <a:r>
              <a:rPr lang="pt-BR" sz="2000" dirty="0" err="1"/>
              <a:t>Synergia</a:t>
            </a:r>
            <a:r>
              <a:rPr lang="pt-BR" sz="2000" dirty="0"/>
              <a:t> propõe resolver estes problemas ao fornecer uma plataforma intuitiva que permite aos alunos encontrar, conectar e colaborar com outros estudantes de diferentes cursos. </a:t>
            </a:r>
            <a:endParaRPr lang="pt-BR" sz="2000" dirty="0"/>
          </a:p>
          <a:p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/>
              <a:t>Com recursos como </a:t>
            </a:r>
            <a:r>
              <a:rPr lang="pt-BR" sz="2000" dirty="0" err="1"/>
              <a:t>login</a:t>
            </a:r>
            <a:r>
              <a:rPr lang="pt-BR" sz="2000" dirty="0"/>
              <a:t> único da universidade, busca por projetos, visualização de detalhes dos projetos, filtragem por diferentes critérios e a criação de projetos próprios, o </a:t>
            </a:r>
            <a:r>
              <a:rPr lang="pt-BR" sz="2000" dirty="0" err="1"/>
              <a:t>Synergia</a:t>
            </a:r>
            <a:r>
              <a:rPr lang="pt-BR" sz="2000" dirty="0"/>
              <a:t> facilita a formação de equipes multidisciplinares</a:t>
            </a:r>
            <a:r>
              <a:rPr lang="pt-BR" sz="2000" dirty="0" smtClean="0"/>
              <a:t>.</a:t>
            </a:r>
          </a:p>
          <a:p>
            <a:endParaRPr lang="pt-BR" sz="2000" dirty="0"/>
          </a:p>
          <a:p>
            <a:r>
              <a:rPr lang="pt-BR" sz="2000" dirty="0"/>
              <a:t>Além disso, o sistema oferece um meio de comunicação integrado para que os membros da equipe possam trocar informações de maneira rápida e eficiente, garantindo uma colaboração fluida ao longo do processo.</a:t>
            </a:r>
            <a:endParaRPr lang="pt-BR" sz="2000" dirty="0">
              <a:effectLst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C5D1CA5-AA7F-4214-8924-E9A00B43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CAD8473C-DF99-2D29-488A-241E943E2D36}"/>
              </a:ext>
            </a:extLst>
          </p:cNvPr>
          <p:cNvSpPr txBox="1">
            <a:spLocks/>
          </p:cNvSpPr>
          <p:nvPr/>
        </p:nvSpPr>
        <p:spPr>
          <a:xfrm>
            <a:off x="4937758" y="3814353"/>
            <a:ext cx="7040880" cy="2907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14189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58" y="160959"/>
            <a:ext cx="7040880" cy="1651965"/>
          </a:xfrm>
        </p:spPr>
        <p:txBody>
          <a:bodyPr/>
          <a:lstStyle/>
          <a:p>
            <a:r>
              <a:rPr lang="pt-BR" dirty="0" smtClean="0"/>
              <a:t>Proposta de valor</a:t>
            </a:r>
            <a:endParaRPr lang="pt-BR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B8742E0-C216-468F-8B77-C0F53FD258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37757" y="1901384"/>
            <a:ext cx="6642737" cy="415978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000" dirty="0"/>
              <a:t>Nossa proposta de valor é simples: facilitar a colaboração entre alunos de diferentes cursos da instituição, promovendo a interdisciplinaridade, o desenvolvimento de habilidades </a:t>
            </a:r>
            <a:r>
              <a:rPr lang="pt-BR" sz="2000" dirty="0" err="1"/>
              <a:t>socioemocionais</a:t>
            </a:r>
            <a:r>
              <a:rPr lang="pt-BR" sz="2000" dirty="0"/>
              <a:t> e o enriquecimento das experiências acadêmicas.</a:t>
            </a:r>
            <a:endParaRPr lang="pt-BR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3ACFBD1-CF18-4304-BC3A-FC464B0D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17D6B4-CFB8-4987-8B02-27797B688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C5D1CA5-AA7F-4214-8924-E9A00B43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58" y="160959"/>
            <a:ext cx="7040880" cy="1651965"/>
          </a:xfrm>
        </p:spPr>
        <p:txBody>
          <a:bodyPr/>
          <a:lstStyle/>
          <a:p>
            <a:r>
              <a:rPr lang="pt-BR" dirty="0"/>
              <a:t>Análise de mercado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B8742E0-C216-468F-8B77-C0F53FD258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37757" y="1901384"/>
            <a:ext cx="6642737" cy="415978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000" dirty="0"/>
              <a:t>Em 2015, a FAG possuía cerca de 12 mil alunos em processo de formação. Só em 2022, mais de 4.7 mil candidatos participaram no </a:t>
            </a:r>
            <a:r>
              <a:rPr lang="pt-BR" sz="2000" dirty="0" err="1"/>
              <a:t>Vestibualr</a:t>
            </a:r>
            <a:r>
              <a:rPr lang="pt-BR" sz="2000" dirty="0"/>
              <a:t> de 2023. Se considerarmos também as outras grandes universidades de Cascavel, já podemos estimar uma alta demanda para a solução </a:t>
            </a:r>
            <a:r>
              <a:rPr lang="pt-BR" sz="2000" dirty="0" err="1"/>
              <a:t>provenida</a:t>
            </a:r>
            <a:r>
              <a:rPr lang="pt-BR" sz="2000" dirty="0"/>
              <a:t> pelo </a:t>
            </a:r>
            <a:r>
              <a:rPr lang="pt-BR" sz="2000" dirty="0" err="1"/>
              <a:t>Synergia</a:t>
            </a:r>
            <a:r>
              <a:rPr lang="pt-BR" sz="2000" dirty="0"/>
              <a:t>.</a:t>
            </a:r>
            <a:endParaRPr lang="pt-BR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3ACFBD1-CF18-4304-BC3A-FC464B0D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17D6B4-CFB8-4987-8B02-27797B688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C5D1CA5-AA7F-4214-8924-E9A00B43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034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900" y="164592"/>
            <a:ext cx="7040880" cy="1728362"/>
          </a:xfrm>
        </p:spPr>
        <p:txBody>
          <a:bodyPr/>
          <a:lstStyle/>
          <a:p>
            <a:r>
              <a:rPr lang="pt-BR" dirty="0"/>
              <a:t>Monetização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E79D8DDE-4530-4049-9A8C-A811A2C5D1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14899" y="2058245"/>
            <a:ext cx="6684917" cy="4381743"/>
          </a:xfrm>
        </p:spPr>
        <p:txBody>
          <a:bodyPr>
            <a:normAutofit/>
          </a:bodyPr>
          <a:lstStyle/>
          <a:p>
            <a:r>
              <a:rPr lang="pt-BR" sz="2000" dirty="0"/>
              <a:t>O Sistema </a:t>
            </a:r>
            <a:r>
              <a:rPr lang="pt-BR" sz="2000" dirty="0" err="1"/>
              <a:t>Synergia</a:t>
            </a:r>
            <a:r>
              <a:rPr lang="pt-BR" sz="2000" dirty="0"/>
              <a:t> não possui </a:t>
            </a:r>
            <a:r>
              <a:rPr lang="pt-BR" sz="2000" dirty="0" smtClean="0"/>
              <a:t>quaisquer </a:t>
            </a:r>
            <a:r>
              <a:rPr lang="pt-BR" sz="2000" dirty="0"/>
              <a:t>fins lucrativos, e é projetado para estar disponível de maneira Open </a:t>
            </a:r>
            <a:r>
              <a:rPr lang="pt-BR" sz="2000" dirty="0" err="1"/>
              <a:t>Source</a:t>
            </a:r>
            <a:r>
              <a:rPr lang="pt-BR" sz="2000" dirty="0"/>
              <a:t> para qualquer instituição interessada em utilizá-lo. No entanto, espera-se que estas instituições acarretem os custos contínuos de manutenção do sistema, como hospedagem do site, servidores, entre outros</a:t>
            </a:r>
            <a:r>
              <a:rPr lang="pt-BR" sz="2000" dirty="0" smtClean="0"/>
              <a:t>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ful abstract pitch deck_Win32_EF_V5" id="{7B1F96A5-3687-4158-B0AD-ED9F1527838B}" vid="{24F60B5C-7E4E-4EC0-B9B9-2C4F24E8F4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8018C0E-7D64-4421-BE93-F2B6B58EE8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5DD38A-63E0-4825-8270-C7DD11875D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E04372-011A-4AC6-B830-E730D564F4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{55DB35F7-82E3-43B3-83E5-21B445CC46B9}tf33968143_win32</Template>
  <TotalTime>248</TotalTime>
  <Words>404</Words>
  <Application>Microsoft Office PowerPoint</Application>
  <PresentationFormat>Widescreen</PresentationFormat>
  <Paragraphs>44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Calibri</vt:lpstr>
      <vt:lpstr>Custom</vt:lpstr>
      <vt:lpstr>Synergia</vt:lpstr>
      <vt:lpstr>Clientes</vt:lpstr>
      <vt:lpstr> Qual é o Problema?</vt:lpstr>
      <vt:lpstr>Qual é o problema? Entrando em detalhes</vt:lpstr>
      <vt:lpstr> Qual é a solução?</vt:lpstr>
      <vt:lpstr>Proposta de valor</vt:lpstr>
      <vt:lpstr>Análise de mercado</vt:lpstr>
      <vt:lpstr>Monetização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Synergia</dc:title>
  <dc:creator>LovelyRain</dc:creator>
  <cp:lastModifiedBy>acer</cp:lastModifiedBy>
  <cp:revision>10</cp:revision>
  <dcterms:created xsi:type="dcterms:W3CDTF">2023-10-25T22:30:29Z</dcterms:created>
  <dcterms:modified xsi:type="dcterms:W3CDTF">2024-04-11T21:25:52Z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